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30"/>
  </p:notesMasterIdLst>
  <p:sldIdLst>
    <p:sldId id="333" r:id="rId4"/>
    <p:sldId id="331" r:id="rId5"/>
    <p:sldId id="264" r:id="rId6"/>
    <p:sldId id="317" r:id="rId7"/>
    <p:sldId id="270" r:id="rId8"/>
    <p:sldId id="320" r:id="rId9"/>
    <p:sldId id="329" r:id="rId10"/>
    <p:sldId id="298" r:id="rId11"/>
    <p:sldId id="300" r:id="rId12"/>
    <p:sldId id="319" r:id="rId13"/>
    <p:sldId id="279" r:id="rId14"/>
    <p:sldId id="301" r:id="rId15"/>
    <p:sldId id="321" r:id="rId16"/>
    <p:sldId id="330" r:id="rId17"/>
    <p:sldId id="322" r:id="rId18"/>
    <p:sldId id="323" r:id="rId19"/>
    <p:sldId id="306" r:id="rId20"/>
    <p:sldId id="307" r:id="rId21"/>
    <p:sldId id="308" r:id="rId22"/>
    <p:sldId id="324" r:id="rId23"/>
    <p:sldId id="325" r:id="rId24"/>
    <p:sldId id="310" r:id="rId25"/>
    <p:sldId id="326" r:id="rId26"/>
    <p:sldId id="327" r:id="rId27"/>
    <p:sldId id="328" r:id="rId28"/>
    <p:sldId id="316" r:id="rId2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9941"/>
    <a:srgbClr val="A4D1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5" autoAdjust="0"/>
    <p:restoredTop sz="94660"/>
  </p:normalViewPr>
  <p:slideViewPr>
    <p:cSldViewPr>
      <p:cViewPr varScale="1">
        <p:scale>
          <a:sx n="90" d="100"/>
          <a:sy n="90" d="100"/>
        </p:scale>
        <p:origin x="960" y="7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Kumar" userId="d1d3d606358ca0ea" providerId="LiveId" clId="{170756D2-9A99-48FC-B170-2BE35DF989FB}"/>
    <pc:docChg chg="modSld">
      <pc:chgData name="Rohit Kumar" userId="d1d3d606358ca0ea" providerId="LiveId" clId="{170756D2-9A99-48FC-B170-2BE35DF989FB}" dt="2022-10-16T14:01:51.377" v="24" actId="20577"/>
      <pc:docMkLst>
        <pc:docMk/>
      </pc:docMkLst>
      <pc:sldChg chg="modSp mod">
        <pc:chgData name="Rohit Kumar" userId="d1d3d606358ca0ea" providerId="LiveId" clId="{170756D2-9A99-48FC-B170-2BE35DF989FB}" dt="2022-10-16T14:01:51.377" v="24" actId="20577"/>
        <pc:sldMkLst>
          <pc:docMk/>
          <pc:sldMk cId="2971841378" sldId="256"/>
        </pc:sldMkLst>
        <pc:spChg chg="mod">
          <ac:chgData name="Rohit Kumar" userId="d1d3d606358ca0ea" providerId="LiveId" clId="{170756D2-9A99-48FC-B170-2BE35DF989FB}" dt="2022-10-16T14:01:51.377" v="24" actId="20577"/>
          <ac:spMkLst>
            <pc:docMk/>
            <pc:sldMk cId="2971841378" sldId="256"/>
            <ac:spMk id="2" creationId="{1F967F7C-3792-41FF-9961-B3C44D73359C}"/>
          </ac:spMkLst>
        </pc:spChg>
      </pc:sldChg>
      <pc:sldChg chg="modSp mod">
        <pc:chgData name="Rohit Kumar" userId="d1d3d606358ca0ea" providerId="LiveId" clId="{170756D2-9A99-48FC-B170-2BE35DF989FB}" dt="2022-10-16T13:58:04.248" v="1" actId="20577"/>
        <pc:sldMkLst>
          <pc:docMk/>
          <pc:sldMk cId="3101234267" sldId="264"/>
        </pc:sldMkLst>
        <pc:spChg chg="mod">
          <ac:chgData name="Rohit Kumar" userId="d1d3d606358ca0ea" providerId="LiveId" clId="{170756D2-9A99-48FC-B170-2BE35DF989FB}" dt="2022-10-16T13:58:04.248" v="1" actId="20577"/>
          <ac:spMkLst>
            <pc:docMk/>
            <pc:sldMk cId="3101234267" sldId="264"/>
            <ac:spMk id="3" creationId="{00000000-0000-0000-0000-000000000000}"/>
          </ac:spMkLst>
        </pc:spChg>
      </pc:sldChg>
      <pc:sldChg chg="modSp mod">
        <pc:chgData name="Rohit Kumar" userId="d1d3d606358ca0ea" providerId="LiveId" clId="{170756D2-9A99-48FC-B170-2BE35DF989FB}" dt="2022-10-16T13:58:09.774" v="3" actId="20577"/>
        <pc:sldMkLst>
          <pc:docMk/>
          <pc:sldMk cId="843878718" sldId="317"/>
        </pc:sldMkLst>
        <pc:spChg chg="mod">
          <ac:chgData name="Rohit Kumar" userId="d1d3d606358ca0ea" providerId="LiveId" clId="{170756D2-9A99-48FC-B170-2BE35DF989FB}" dt="2022-10-16T13:58:09.774" v="3" actId="20577"/>
          <ac:spMkLst>
            <pc:docMk/>
            <pc:sldMk cId="843878718" sldId="317"/>
            <ac:spMk id="7" creationId="{00000000-0000-0000-0000-000000000000}"/>
          </ac:spMkLst>
        </pc:spChg>
      </pc:sldChg>
    </pc:docChg>
  </pc:docChgLst>
  <pc:docChgLst>
    <pc:chgData name="Rohit Kumar" userId="d1d3d606358ca0ea" providerId="LiveId" clId="{B78E853E-6D78-49EE-B732-9F0982E1C0DD}"/>
    <pc:docChg chg="custSel addSld modSld">
      <pc:chgData name="Rohit Kumar" userId="d1d3d606358ca0ea" providerId="LiveId" clId="{B78E853E-6D78-49EE-B732-9F0982E1C0DD}" dt="2023-06-13T15:43:09.319" v="19" actId="14100"/>
      <pc:docMkLst>
        <pc:docMk/>
      </pc:docMkLst>
      <pc:sldChg chg="addSp delSp modSp mod">
        <pc:chgData name="Rohit Kumar" userId="d1d3d606358ca0ea" providerId="LiveId" clId="{B78E853E-6D78-49EE-B732-9F0982E1C0DD}" dt="2023-04-08T09:47:10.259" v="8" actId="931"/>
        <pc:sldMkLst>
          <pc:docMk/>
          <pc:sldMk cId="2971841378" sldId="256"/>
        </pc:sldMkLst>
        <pc:spChg chg="del">
          <ac:chgData name="Rohit Kumar" userId="d1d3d606358ca0ea" providerId="LiveId" clId="{B78E853E-6D78-49EE-B732-9F0982E1C0DD}" dt="2023-04-08T09:46:43.888" v="2" actId="478"/>
          <ac:spMkLst>
            <pc:docMk/>
            <pc:sldMk cId="2971841378" sldId="256"/>
            <ac:spMk id="2" creationId="{1F967F7C-3792-41FF-9961-B3C44D73359C}"/>
          </ac:spMkLst>
        </pc:spChg>
        <pc:spChg chg="del">
          <ac:chgData name="Rohit Kumar" userId="d1d3d606358ca0ea" providerId="LiveId" clId="{B78E853E-6D78-49EE-B732-9F0982E1C0DD}" dt="2023-04-08T09:46:47.397" v="3" actId="478"/>
          <ac:spMkLst>
            <pc:docMk/>
            <pc:sldMk cId="2971841378" sldId="256"/>
            <ac:spMk id="3" creationId="{00000000-0000-0000-0000-000000000000}"/>
          </ac:spMkLst>
        </pc:spChg>
        <pc:spChg chg="del">
          <ac:chgData name="Rohit Kumar" userId="d1d3d606358ca0ea" providerId="LiveId" clId="{B78E853E-6D78-49EE-B732-9F0982E1C0DD}" dt="2023-04-08T09:46:52.688" v="5" actId="478"/>
          <ac:spMkLst>
            <pc:docMk/>
            <pc:sldMk cId="2971841378" sldId="256"/>
            <ac:spMk id="4" creationId="{00000000-0000-0000-0000-000000000000}"/>
          </ac:spMkLst>
        </pc:spChg>
        <pc:spChg chg="add del mod">
          <ac:chgData name="Rohit Kumar" userId="d1d3d606358ca0ea" providerId="LiveId" clId="{B78E853E-6D78-49EE-B732-9F0982E1C0DD}" dt="2023-04-08T09:46:49.832" v="4" actId="478"/>
          <ac:spMkLst>
            <pc:docMk/>
            <pc:sldMk cId="2971841378" sldId="256"/>
            <ac:spMk id="6" creationId="{39CCEA15-18F5-22E7-8F0B-837CF0505E9C}"/>
          </ac:spMkLst>
        </pc:spChg>
        <pc:spChg chg="add del mod">
          <ac:chgData name="Rohit Kumar" userId="d1d3d606358ca0ea" providerId="LiveId" clId="{B78E853E-6D78-49EE-B732-9F0982E1C0DD}" dt="2023-04-08T09:46:53.920" v="6" actId="478"/>
          <ac:spMkLst>
            <pc:docMk/>
            <pc:sldMk cId="2971841378" sldId="256"/>
            <ac:spMk id="9" creationId="{E69D29B3-07AE-49AD-9221-F87DEA2E4F8F}"/>
          </ac:spMkLst>
        </pc:spChg>
        <pc:picChg chg="del">
          <ac:chgData name="Rohit Kumar" userId="d1d3d606358ca0ea" providerId="LiveId" clId="{B78E853E-6D78-49EE-B732-9F0982E1C0DD}" dt="2023-04-08T09:46:41.096" v="1" actId="478"/>
          <ac:picMkLst>
            <pc:docMk/>
            <pc:sldMk cId="2971841378" sldId="256"/>
            <ac:picMk id="7" creationId="{D00BD373-6865-4B29-BFCB-A140E33D914D}"/>
          </ac:picMkLst>
        </pc:picChg>
        <pc:picChg chg="add mod">
          <ac:chgData name="Rohit Kumar" userId="d1d3d606358ca0ea" providerId="LiveId" clId="{B78E853E-6D78-49EE-B732-9F0982E1C0DD}" dt="2023-04-08T09:47:10.259" v="8" actId="931"/>
          <ac:picMkLst>
            <pc:docMk/>
            <pc:sldMk cId="2971841378" sldId="256"/>
            <ac:picMk id="11" creationId="{7439AC68-8F89-2A5C-8AAE-CC01D211DAC1}"/>
          </ac:picMkLst>
        </pc:picChg>
        <pc:picChg chg="del">
          <ac:chgData name="Rohit Kumar" userId="d1d3d606358ca0ea" providerId="LiveId" clId="{B78E853E-6D78-49EE-B732-9F0982E1C0DD}" dt="2023-04-08T09:46:55.696" v="7" actId="478"/>
          <ac:picMkLst>
            <pc:docMk/>
            <pc:sldMk cId="2971841378" sldId="256"/>
            <ac:picMk id="1026" creationId="{00000000-0000-0000-0000-000000000000}"/>
          </ac:picMkLst>
        </pc:picChg>
      </pc:sldChg>
      <pc:sldChg chg="addSp delSp modSp add mod">
        <pc:chgData name="Rohit Kumar" userId="d1d3d606358ca0ea" providerId="LiveId" clId="{B78E853E-6D78-49EE-B732-9F0982E1C0DD}" dt="2023-06-13T15:43:09.319" v="19" actId="14100"/>
        <pc:sldMkLst>
          <pc:docMk/>
          <pc:sldMk cId="3460790792" sldId="331"/>
        </pc:sldMkLst>
        <pc:picChg chg="add mod">
          <ac:chgData name="Rohit Kumar" userId="d1d3d606358ca0ea" providerId="LiveId" clId="{B78E853E-6D78-49EE-B732-9F0982E1C0DD}" dt="2023-06-13T15:43:09.319" v="19" actId="14100"/>
          <ac:picMkLst>
            <pc:docMk/>
            <pc:sldMk cId="3460790792" sldId="331"/>
            <ac:picMk id="6" creationId="{948C1B36-2B16-F0D5-B4F7-42F7B67BA5C1}"/>
          </ac:picMkLst>
        </pc:picChg>
        <pc:picChg chg="del">
          <ac:chgData name="Rohit Kumar" userId="d1d3d606358ca0ea" providerId="LiveId" clId="{B78E853E-6D78-49EE-B732-9F0982E1C0DD}" dt="2023-06-13T15:42:32.030" v="9" actId="478"/>
          <ac:picMkLst>
            <pc:docMk/>
            <pc:sldMk cId="3460790792" sldId="331"/>
            <ac:picMk id="7" creationId="{D00BD373-6865-4B29-BFCB-A140E33D914D}"/>
          </ac:picMkLst>
        </pc:picChg>
      </pc:sldChg>
    </pc:docChg>
  </pc:docChgLst>
  <pc:docChgLst>
    <pc:chgData name="Rohit Kumar" userId="d1d3d606358ca0ea" providerId="LiveId" clId="{32E91A5F-72C3-4A5C-A3F9-EB081F8FC67C}"/>
    <pc:docChg chg="custSel modSld">
      <pc:chgData name="Rohit Kumar" userId="d1d3d606358ca0ea" providerId="LiveId" clId="{32E91A5F-72C3-4A5C-A3F9-EB081F8FC67C}" dt="2022-04-18T07:09:15.555" v="28" actId="1036"/>
      <pc:docMkLst>
        <pc:docMk/>
      </pc:docMkLst>
      <pc:sldChg chg="addSp delSp modSp mod">
        <pc:chgData name="Rohit Kumar" userId="d1d3d606358ca0ea" providerId="LiveId" clId="{32E91A5F-72C3-4A5C-A3F9-EB081F8FC67C}" dt="2022-04-18T07:09:15.555" v="28" actId="1036"/>
        <pc:sldMkLst>
          <pc:docMk/>
          <pc:sldMk cId="2971841378" sldId="256"/>
        </pc:sldMkLst>
        <pc:spChg chg="mod">
          <ac:chgData name="Rohit Kumar" userId="d1d3d606358ca0ea" providerId="LiveId" clId="{32E91A5F-72C3-4A5C-A3F9-EB081F8FC67C}" dt="2022-04-18T07:07:46.725" v="21" actId="20577"/>
          <ac:spMkLst>
            <pc:docMk/>
            <pc:sldMk cId="2971841378" sldId="256"/>
            <ac:spMk id="2" creationId="{1F967F7C-3792-41FF-9961-B3C44D73359C}"/>
          </ac:spMkLst>
        </pc:spChg>
        <pc:picChg chg="del">
          <ac:chgData name="Rohit Kumar" userId="d1d3d606358ca0ea" providerId="LiveId" clId="{32E91A5F-72C3-4A5C-A3F9-EB081F8FC67C}" dt="2022-04-18T07:08:48.707" v="22" actId="478"/>
          <ac:picMkLst>
            <pc:docMk/>
            <pc:sldMk cId="2971841378" sldId="256"/>
            <ac:picMk id="6" creationId="{D040B72D-9C69-406B-A8C1-E656D5390DD4}"/>
          </ac:picMkLst>
        </pc:picChg>
        <pc:picChg chg="add mod">
          <ac:chgData name="Rohit Kumar" userId="d1d3d606358ca0ea" providerId="LiveId" clId="{32E91A5F-72C3-4A5C-A3F9-EB081F8FC67C}" dt="2022-04-18T07:09:12.837" v="26" actId="14100"/>
          <ac:picMkLst>
            <pc:docMk/>
            <pc:sldMk cId="2971841378" sldId="256"/>
            <ac:picMk id="7" creationId="{D00BD373-6865-4B29-BFCB-A140E33D914D}"/>
          </ac:picMkLst>
        </pc:picChg>
        <pc:picChg chg="mod">
          <ac:chgData name="Rohit Kumar" userId="d1d3d606358ca0ea" providerId="LiveId" clId="{32E91A5F-72C3-4A5C-A3F9-EB081F8FC67C}" dt="2022-04-18T07:09:15.555" v="28" actId="1036"/>
          <ac:picMkLst>
            <pc:docMk/>
            <pc:sldMk cId="2971841378" sldId="256"/>
            <ac:picMk id="1026" creationId="{00000000-0000-0000-0000-000000000000}"/>
          </ac:picMkLst>
        </pc:picChg>
      </pc:sldChg>
      <pc:sldChg chg="modSp mod">
        <pc:chgData name="Rohit Kumar" userId="d1d3d606358ca0ea" providerId="LiveId" clId="{32E91A5F-72C3-4A5C-A3F9-EB081F8FC67C}" dt="2022-04-18T07:07:24.441" v="12" actId="14100"/>
        <pc:sldMkLst>
          <pc:docMk/>
          <pc:sldMk cId="556643336" sldId="328"/>
        </pc:sldMkLst>
        <pc:picChg chg="mod">
          <ac:chgData name="Rohit Kumar" userId="d1d3d606358ca0ea" providerId="LiveId" clId="{32E91A5F-72C3-4A5C-A3F9-EB081F8FC67C}" dt="2022-04-18T07:07:18.137" v="10" actId="1076"/>
          <ac:picMkLst>
            <pc:docMk/>
            <pc:sldMk cId="556643336" sldId="328"/>
            <ac:picMk id="20" creationId="{280DF154-17C2-4D39-A1F4-C416DCDFB26B}"/>
          </ac:picMkLst>
        </pc:picChg>
        <pc:picChg chg="mod">
          <ac:chgData name="Rohit Kumar" userId="d1d3d606358ca0ea" providerId="LiveId" clId="{32E91A5F-72C3-4A5C-A3F9-EB081F8FC67C}" dt="2022-04-18T07:06:56.234" v="3" actId="1076"/>
          <ac:picMkLst>
            <pc:docMk/>
            <pc:sldMk cId="556643336" sldId="328"/>
            <ac:picMk id="21" creationId="{772BD19E-68DD-4303-8825-C3C32FDB29D9}"/>
          </ac:picMkLst>
        </pc:picChg>
        <pc:picChg chg="mod">
          <ac:chgData name="Rohit Kumar" userId="d1d3d606358ca0ea" providerId="LiveId" clId="{32E91A5F-72C3-4A5C-A3F9-EB081F8FC67C}" dt="2022-04-18T07:07:10.094" v="8" actId="1076"/>
          <ac:picMkLst>
            <pc:docMk/>
            <pc:sldMk cId="556643336" sldId="328"/>
            <ac:picMk id="23" creationId="{665B6FDE-BD9D-44F4-8114-49DB0F3C8E65}"/>
          </ac:picMkLst>
        </pc:picChg>
        <pc:picChg chg="mod">
          <ac:chgData name="Rohit Kumar" userId="d1d3d606358ca0ea" providerId="LiveId" clId="{32E91A5F-72C3-4A5C-A3F9-EB081F8FC67C}" dt="2022-04-18T07:07:02.865" v="5" actId="1076"/>
          <ac:picMkLst>
            <pc:docMk/>
            <pc:sldMk cId="556643336" sldId="328"/>
            <ac:picMk id="25" creationId="{4A89CDA5-F6EC-4A00-94BB-E59D575F045E}"/>
          </ac:picMkLst>
        </pc:picChg>
        <pc:picChg chg="mod">
          <ac:chgData name="Rohit Kumar" userId="d1d3d606358ca0ea" providerId="LiveId" clId="{32E91A5F-72C3-4A5C-A3F9-EB081F8FC67C}" dt="2022-04-18T07:07:15.728" v="9" actId="14100"/>
          <ac:picMkLst>
            <pc:docMk/>
            <pc:sldMk cId="556643336" sldId="328"/>
            <ac:picMk id="29" creationId="{829A5300-EE90-4166-AD31-FD4F1AF6CA68}"/>
          </ac:picMkLst>
        </pc:picChg>
        <pc:picChg chg="mod">
          <ac:chgData name="Rohit Kumar" userId="d1d3d606358ca0ea" providerId="LiveId" clId="{32E91A5F-72C3-4A5C-A3F9-EB081F8FC67C}" dt="2022-04-18T07:07:24.441" v="12" actId="14100"/>
          <ac:picMkLst>
            <pc:docMk/>
            <pc:sldMk cId="556643336" sldId="328"/>
            <ac:picMk id="30" creationId="{7BC9C96F-FA33-4086-9ECC-4A82842396F3}"/>
          </ac:picMkLst>
        </pc:picChg>
        <pc:picChg chg="mod">
          <ac:chgData name="Rohit Kumar" userId="d1d3d606358ca0ea" providerId="LiveId" clId="{32E91A5F-72C3-4A5C-A3F9-EB081F8FC67C}" dt="2022-04-18T07:07:20.863" v="11" actId="1076"/>
          <ac:picMkLst>
            <pc:docMk/>
            <pc:sldMk cId="556643336" sldId="328"/>
            <ac:picMk id="33" creationId="{C5E43335-5E88-472F-88AE-A652BC28A451}"/>
          </ac:picMkLst>
        </pc:picChg>
      </pc:sldChg>
    </pc:docChg>
  </pc:docChgLst>
  <pc:docChgLst>
    <pc:chgData name="Rohit Kumar" userId="d1d3d606358ca0ea" providerId="LiveId" clId="{61148D92-129F-43BB-A56F-CD66DEB26791}"/>
    <pc:docChg chg="undo custSel modSld">
      <pc:chgData name="Rohit Kumar" userId="d1d3d606358ca0ea" providerId="LiveId" clId="{61148D92-129F-43BB-A56F-CD66DEB26791}" dt="2022-12-17T08:18:10.915" v="31" actId="20577"/>
      <pc:docMkLst>
        <pc:docMk/>
      </pc:docMkLst>
      <pc:sldChg chg="modSp mod">
        <pc:chgData name="Rohit Kumar" userId="d1d3d606358ca0ea" providerId="LiveId" clId="{61148D92-129F-43BB-A56F-CD66DEB26791}" dt="2022-12-17T08:18:10.915" v="31" actId="20577"/>
        <pc:sldMkLst>
          <pc:docMk/>
          <pc:sldMk cId="2971841378" sldId="256"/>
        </pc:sldMkLst>
        <pc:spChg chg="mod">
          <ac:chgData name="Rohit Kumar" userId="d1d3d606358ca0ea" providerId="LiveId" clId="{61148D92-129F-43BB-A56F-CD66DEB26791}" dt="2022-12-17T08:13:24.110" v="29" actId="20577"/>
          <ac:spMkLst>
            <pc:docMk/>
            <pc:sldMk cId="2971841378" sldId="256"/>
            <ac:spMk id="2" creationId="{1F967F7C-3792-41FF-9961-B3C44D73359C}"/>
          </ac:spMkLst>
        </pc:spChg>
        <pc:spChg chg="mod">
          <ac:chgData name="Rohit Kumar" userId="d1d3d606358ca0ea" providerId="LiveId" clId="{61148D92-129F-43BB-A56F-CD66DEB26791}" dt="2022-12-17T08:18:10.915" v="31" actId="20577"/>
          <ac:spMkLst>
            <pc:docMk/>
            <pc:sldMk cId="2971841378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8F024B-129D-49F0-A3CB-63300B1453DD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DC2B6-74AB-458F-A3D0-62F7AFCDD6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81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3D7B8-C813-4FCC-9F7E-6AB91875298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534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23878"/>
            <a:ext cx="9144000" cy="5175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41422"/>
            <a:ext cx="9144000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  <p:pic>
        <p:nvPicPr>
          <p:cNvPr id="1027" name="Picture 3" descr="G:\002-KIMS BUSINESS\007-02-Googleslidesppt\02-GSppt-Contents-Kim\20170429\07-\item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442" y="310690"/>
            <a:ext cx="6414918" cy="325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2366" y="5048249"/>
            <a:ext cx="9141634" cy="105933"/>
            <a:chOff x="2267744" y="4865360"/>
            <a:chExt cx="8064896" cy="154663"/>
          </a:xfrm>
        </p:grpSpPr>
        <p:sp>
          <p:nvSpPr>
            <p:cNvPr id="2" name="Rectangle 1"/>
            <p:cNvSpPr/>
            <p:nvPr userDrawn="1"/>
          </p:nvSpPr>
          <p:spPr>
            <a:xfrm>
              <a:off x="2267744" y="4872209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2771800" y="4872088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275856" y="4870431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779912" y="4870310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283968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4788024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292080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5796136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300192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804248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08304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812360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8316416" y="4865481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8820472" y="4865360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9324528" y="4871445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9828584" y="4871324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2267744" y="0"/>
            <a:ext cx="4608512" cy="5143500"/>
            <a:chOff x="0" y="1347614"/>
            <a:chExt cx="9144000" cy="2448272"/>
          </a:xfrm>
          <a:solidFill>
            <a:srgbClr val="649941">
              <a:alpha val="85000"/>
            </a:srgbClr>
          </a:solidFill>
        </p:grpSpPr>
        <p:sp>
          <p:nvSpPr>
            <p:cNvPr id="6" name="Rectangle 5"/>
            <p:cNvSpPr/>
            <p:nvPr userDrawn="1"/>
          </p:nvSpPr>
          <p:spPr>
            <a:xfrm>
              <a:off x="0" y="1347614"/>
              <a:ext cx="9144000" cy="2448272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2286000" y="1347614"/>
              <a:ext cx="4572000" cy="24482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363838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393990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G:\002-KIMS BUSINESS\007-02-Googleslidesppt\02-GSppt-Contents-Kim\20170429\07-\item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162"/>
            <a:ext cx="2527764" cy="252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75A1F0C8-ADE8-49C0-9621-BADA30C5AA62}"/>
              </a:ext>
            </a:extLst>
          </p:cNvPr>
          <p:cNvGrpSpPr/>
          <p:nvPr userDrawn="1"/>
        </p:nvGrpSpPr>
        <p:grpSpPr>
          <a:xfrm>
            <a:off x="2366" y="5048249"/>
            <a:ext cx="9141634" cy="105933"/>
            <a:chOff x="2267744" y="4865360"/>
            <a:chExt cx="8064896" cy="154663"/>
          </a:xfrm>
        </p:grpSpPr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F8E22D68-A56D-46FD-BC42-93B4EAE80021}"/>
                </a:ext>
              </a:extLst>
            </p:cNvPr>
            <p:cNvSpPr/>
            <p:nvPr userDrawn="1"/>
          </p:nvSpPr>
          <p:spPr>
            <a:xfrm>
              <a:off x="2267744" y="4872209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8D24A598-D874-4C08-BEA7-301F153CADDB}"/>
                </a:ext>
              </a:extLst>
            </p:cNvPr>
            <p:cNvSpPr/>
            <p:nvPr userDrawn="1"/>
          </p:nvSpPr>
          <p:spPr>
            <a:xfrm>
              <a:off x="2771800" y="4872088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53A13DC6-0EDF-4A8E-8E4D-81768F1DF80B}"/>
                </a:ext>
              </a:extLst>
            </p:cNvPr>
            <p:cNvSpPr/>
            <p:nvPr userDrawn="1"/>
          </p:nvSpPr>
          <p:spPr>
            <a:xfrm>
              <a:off x="3275856" y="4870431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F2E441BD-7BE9-4A75-9DB5-735EC46026C2}"/>
                </a:ext>
              </a:extLst>
            </p:cNvPr>
            <p:cNvSpPr/>
            <p:nvPr userDrawn="1"/>
          </p:nvSpPr>
          <p:spPr>
            <a:xfrm>
              <a:off x="3779912" y="4870310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11">
              <a:extLst>
                <a:ext uri="{FF2B5EF4-FFF2-40B4-BE49-F238E27FC236}">
                  <a16:creationId xmlns:a16="http://schemas.microsoft.com/office/drawing/2014/main" id="{C0BF37B3-A371-4645-A8AB-6294FA0012B1}"/>
                </a:ext>
              </a:extLst>
            </p:cNvPr>
            <p:cNvSpPr/>
            <p:nvPr userDrawn="1"/>
          </p:nvSpPr>
          <p:spPr>
            <a:xfrm>
              <a:off x="4283968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D1F581C4-49C2-4733-8878-B70E3BB3F716}"/>
                </a:ext>
              </a:extLst>
            </p:cNvPr>
            <p:cNvSpPr/>
            <p:nvPr userDrawn="1"/>
          </p:nvSpPr>
          <p:spPr>
            <a:xfrm>
              <a:off x="4788024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562264D-B2F2-4788-B47F-5919F0A03323}"/>
                </a:ext>
              </a:extLst>
            </p:cNvPr>
            <p:cNvSpPr/>
            <p:nvPr userDrawn="1"/>
          </p:nvSpPr>
          <p:spPr>
            <a:xfrm>
              <a:off x="5292080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1D2413AA-E9C9-4063-A40F-31C3653DDF8F}"/>
                </a:ext>
              </a:extLst>
            </p:cNvPr>
            <p:cNvSpPr/>
            <p:nvPr userDrawn="1"/>
          </p:nvSpPr>
          <p:spPr>
            <a:xfrm>
              <a:off x="5796136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98EE8A88-944E-4EAF-802A-76F8CA0050AD}"/>
                </a:ext>
              </a:extLst>
            </p:cNvPr>
            <p:cNvSpPr/>
            <p:nvPr userDrawn="1"/>
          </p:nvSpPr>
          <p:spPr>
            <a:xfrm>
              <a:off x="6300192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16">
              <a:extLst>
                <a:ext uri="{FF2B5EF4-FFF2-40B4-BE49-F238E27FC236}">
                  <a16:creationId xmlns:a16="http://schemas.microsoft.com/office/drawing/2014/main" id="{0A2BE1D3-6B9D-4BA7-AAC7-928A6AA44D80}"/>
                </a:ext>
              </a:extLst>
            </p:cNvPr>
            <p:cNvSpPr/>
            <p:nvPr userDrawn="1"/>
          </p:nvSpPr>
          <p:spPr>
            <a:xfrm>
              <a:off x="6804248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576E8FCF-68A2-4B49-93A1-8F3AE723DA83}"/>
                </a:ext>
              </a:extLst>
            </p:cNvPr>
            <p:cNvSpPr/>
            <p:nvPr userDrawn="1"/>
          </p:nvSpPr>
          <p:spPr>
            <a:xfrm>
              <a:off x="7308304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18">
              <a:extLst>
                <a:ext uri="{FF2B5EF4-FFF2-40B4-BE49-F238E27FC236}">
                  <a16:creationId xmlns:a16="http://schemas.microsoft.com/office/drawing/2014/main" id="{E38FF078-492E-46D5-B6EE-4FF39A801B41}"/>
                </a:ext>
              </a:extLst>
            </p:cNvPr>
            <p:cNvSpPr/>
            <p:nvPr userDrawn="1"/>
          </p:nvSpPr>
          <p:spPr>
            <a:xfrm>
              <a:off x="7812360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CE554615-93B8-4E75-BBD0-67603689B6A1}"/>
                </a:ext>
              </a:extLst>
            </p:cNvPr>
            <p:cNvSpPr/>
            <p:nvPr userDrawn="1"/>
          </p:nvSpPr>
          <p:spPr>
            <a:xfrm>
              <a:off x="8316416" y="4865481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20">
              <a:extLst>
                <a:ext uri="{FF2B5EF4-FFF2-40B4-BE49-F238E27FC236}">
                  <a16:creationId xmlns:a16="http://schemas.microsoft.com/office/drawing/2014/main" id="{AC36994E-976C-4B08-8784-AAC20FDF60E3}"/>
                </a:ext>
              </a:extLst>
            </p:cNvPr>
            <p:cNvSpPr/>
            <p:nvPr userDrawn="1"/>
          </p:nvSpPr>
          <p:spPr>
            <a:xfrm>
              <a:off x="8820472" y="4865360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21">
              <a:extLst>
                <a:ext uri="{FF2B5EF4-FFF2-40B4-BE49-F238E27FC236}">
                  <a16:creationId xmlns:a16="http://schemas.microsoft.com/office/drawing/2014/main" id="{7EEBE4CE-D8B6-495B-ACCE-C188E8DF4878}"/>
                </a:ext>
              </a:extLst>
            </p:cNvPr>
            <p:cNvSpPr/>
            <p:nvPr userDrawn="1"/>
          </p:nvSpPr>
          <p:spPr>
            <a:xfrm>
              <a:off x="9324528" y="4871445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22">
              <a:extLst>
                <a:ext uri="{FF2B5EF4-FFF2-40B4-BE49-F238E27FC236}">
                  <a16:creationId xmlns:a16="http://schemas.microsoft.com/office/drawing/2014/main" id="{FD50BD70-C637-458B-8952-261DED7CC717}"/>
                </a:ext>
              </a:extLst>
            </p:cNvPr>
            <p:cNvSpPr/>
            <p:nvPr userDrawn="1"/>
          </p:nvSpPr>
          <p:spPr>
            <a:xfrm>
              <a:off x="9828584" y="4871324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132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gradFill>
          <a:gsLst>
            <a:gs pos="0">
              <a:schemeClr val="bg1"/>
            </a:gs>
            <a:gs pos="100000">
              <a:schemeClr val="accent1">
                <a:tint val="23500"/>
                <a:satMod val="160000"/>
                <a:alpha val="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2498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107504" y="123478"/>
            <a:ext cx="8928992" cy="489654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5486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71550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5117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107504" y="1131590"/>
            <a:ext cx="8928992" cy="388843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4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83568" y="1335357"/>
            <a:ext cx="1296144" cy="101159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83568" y="2527876"/>
            <a:ext cx="1296144" cy="101159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83568" y="3720395"/>
            <a:ext cx="1296144" cy="101159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2166260" y="1335357"/>
            <a:ext cx="6977740" cy="1011600"/>
          </a:xfrm>
          <a:prstGeom prst="rect">
            <a:avLst/>
          </a:prstGeom>
          <a:solidFill>
            <a:schemeClr val="accent1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27"/>
          <p:cNvSpPr/>
          <p:nvPr userDrawn="1"/>
        </p:nvSpPr>
        <p:spPr>
          <a:xfrm>
            <a:off x="2166260" y="2527876"/>
            <a:ext cx="6977740" cy="1011600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8"/>
          <p:cNvSpPr/>
          <p:nvPr userDrawn="1"/>
        </p:nvSpPr>
        <p:spPr>
          <a:xfrm>
            <a:off x="2166260" y="3720395"/>
            <a:ext cx="6977740" cy="1011600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29"/>
          <p:cNvSpPr/>
          <p:nvPr userDrawn="1"/>
        </p:nvSpPr>
        <p:spPr>
          <a:xfrm>
            <a:off x="0" y="1335357"/>
            <a:ext cx="511906" cy="101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Rectangle 30"/>
          <p:cNvSpPr/>
          <p:nvPr userDrawn="1"/>
        </p:nvSpPr>
        <p:spPr>
          <a:xfrm>
            <a:off x="0" y="2527876"/>
            <a:ext cx="511906" cy="101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0" y="3720395"/>
            <a:ext cx="511906" cy="1011600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Group 2">
            <a:extLst>
              <a:ext uri="{FF2B5EF4-FFF2-40B4-BE49-F238E27FC236}">
                <a16:creationId xmlns:a16="http://schemas.microsoft.com/office/drawing/2014/main" id="{6E3CB9E0-2383-4255-9EF1-8268A614EEEE}"/>
              </a:ext>
            </a:extLst>
          </p:cNvPr>
          <p:cNvGrpSpPr/>
          <p:nvPr userDrawn="1"/>
        </p:nvGrpSpPr>
        <p:grpSpPr>
          <a:xfrm>
            <a:off x="2366" y="5048249"/>
            <a:ext cx="9141634" cy="105933"/>
            <a:chOff x="2267744" y="4865360"/>
            <a:chExt cx="8064896" cy="154663"/>
          </a:xfrm>
        </p:grpSpPr>
        <p:sp>
          <p:nvSpPr>
            <p:cNvPr id="34" name="Rectangle 1">
              <a:extLst>
                <a:ext uri="{FF2B5EF4-FFF2-40B4-BE49-F238E27FC236}">
                  <a16:creationId xmlns:a16="http://schemas.microsoft.com/office/drawing/2014/main" id="{4B0CF6BD-3392-4544-A141-29F47B1CE57E}"/>
                </a:ext>
              </a:extLst>
            </p:cNvPr>
            <p:cNvSpPr/>
            <p:nvPr userDrawn="1"/>
          </p:nvSpPr>
          <p:spPr>
            <a:xfrm>
              <a:off x="2267744" y="4872209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622324D8-4779-4A27-9B32-A15B60CA1E3F}"/>
                </a:ext>
              </a:extLst>
            </p:cNvPr>
            <p:cNvSpPr/>
            <p:nvPr userDrawn="1"/>
          </p:nvSpPr>
          <p:spPr>
            <a:xfrm>
              <a:off x="2771800" y="4872088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70D2B963-189F-4326-8718-BF324BCA16CC}"/>
                </a:ext>
              </a:extLst>
            </p:cNvPr>
            <p:cNvSpPr/>
            <p:nvPr userDrawn="1"/>
          </p:nvSpPr>
          <p:spPr>
            <a:xfrm>
              <a:off x="3275856" y="4870431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759F427-4CFF-402D-BAC9-E6272942E259}"/>
                </a:ext>
              </a:extLst>
            </p:cNvPr>
            <p:cNvSpPr/>
            <p:nvPr userDrawn="1"/>
          </p:nvSpPr>
          <p:spPr>
            <a:xfrm>
              <a:off x="3779912" y="4870310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11">
              <a:extLst>
                <a:ext uri="{FF2B5EF4-FFF2-40B4-BE49-F238E27FC236}">
                  <a16:creationId xmlns:a16="http://schemas.microsoft.com/office/drawing/2014/main" id="{21B2D139-E4A6-4AA1-9E91-EB0C320C9588}"/>
                </a:ext>
              </a:extLst>
            </p:cNvPr>
            <p:cNvSpPr/>
            <p:nvPr userDrawn="1"/>
          </p:nvSpPr>
          <p:spPr>
            <a:xfrm>
              <a:off x="4283968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12">
              <a:extLst>
                <a:ext uri="{FF2B5EF4-FFF2-40B4-BE49-F238E27FC236}">
                  <a16:creationId xmlns:a16="http://schemas.microsoft.com/office/drawing/2014/main" id="{E22D69FE-AEE2-458A-BB65-4421D40B3C1E}"/>
                </a:ext>
              </a:extLst>
            </p:cNvPr>
            <p:cNvSpPr/>
            <p:nvPr userDrawn="1"/>
          </p:nvSpPr>
          <p:spPr>
            <a:xfrm>
              <a:off x="4788024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13">
              <a:extLst>
                <a:ext uri="{FF2B5EF4-FFF2-40B4-BE49-F238E27FC236}">
                  <a16:creationId xmlns:a16="http://schemas.microsoft.com/office/drawing/2014/main" id="{3E9B7D25-0B74-47AD-A341-CC17CE7D3CF2}"/>
                </a:ext>
              </a:extLst>
            </p:cNvPr>
            <p:cNvSpPr/>
            <p:nvPr userDrawn="1"/>
          </p:nvSpPr>
          <p:spPr>
            <a:xfrm>
              <a:off x="5292080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4">
              <a:extLst>
                <a:ext uri="{FF2B5EF4-FFF2-40B4-BE49-F238E27FC236}">
                  <a16:creationId xmlns:a16="http://schemas.microsoft.com/office/drawing/2014/main" id="{18243A91-A937-4727-AA0C-64F7155E171A}"/>
                </a:ext>
              </a:extLst>
            </p:cNvPr>
            <p:cNvSpPr/>
            <p:nvPr userDrawn="1"/>
          </p:nvSpPr>
          <p:spPr>
            <a:xfrm>
              <a:off x="5796136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15">
              <a:extLst>
                <a:ext uri="{FF2B5EF4-FFF2-40B4-BE49-F238E27FC236}">
                  <a16:creationId xmlns:a16="http://schemas.microsoft.com/office/drawing/2014/main" id="{DB98DEF8-FADC-4903-9196-0628B7FF4D70}"/>
                </a:ext>
              </a:extLst>
            </p:cNvPr>
            <p:cNvSpPr/>
            <p:nvPr userDrawn="1"/>
          </p:nvSpPr>
          <p:spPr>
            <a:xfrm>
              <a:off x="6300192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16">
              <a:extLst>
                <a:ext uri="{FF2B5EF4-FFF2-40B4-BE49-F238E27FC236}">
                  <a16:creationId xmlns:a16="http://schemas.microsoft.com/office/drawing/2014/main" id="{476076CE-F29A-4765-BAB5-55EF8812AA28}"/>
                </a:ext>
              </a:extLst>
            </p:cNvPr>
            <p:cNvSpPr/>
            <p:nvPr userDrawn="1"/>
          </p:nvSpPr>
          <p:spPr>
            <a:xfrm>
              <a:off x="6804248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17">
              <a:extLst>
                <a:ext uri="{FF2B5EF4-FFF2-40B4-BE49-F238E27FC236}">
                  <a16:creationId xmlns:a16="http://schemas.microsoft.com/office/drawing/2014/main" id="{7564AFBA-D0EF-48DA-A6B6-20BBAB6A51EF}"/>
                </a:ext>
              </a:extLst>
            </p:cNvPr>
            <p:cNvSpPr/>
            <p:nvPr userDrawn="1"/>
          </p:nvSpPr>
          <p:spPr>
            <a:xfrm>
              <a:off x="7308304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18">
              <a:extLst>
                <a:ext uri="{FF2B5EF4-FFF2-40B4-BE49-F238E27FC236}">
                  <a16:creationId xmlns:a16="http://schemas.microsoft.com/office/drawing/2014/main" id="{95C98BE3-6F7D-4D6D-A2E6-A7DCB674C51A}"/>
                </a:ext>
              </a:extLst>
            </p:cNvPr>
            <p:cNvSpPr/>
            <p:nvPr userDrawn="1"/>
          </p:nvSpPr>
          <p:spPr>
            <a:xfrm>
              <a:off x="7812360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9654DC83-FBA6-4C1B-8A2E-CCDCC688FEE7}"/>
                </a:ext>
              </a:extLst>
            </p:cNvPr>
            <p:cNvSpPr/>
            <p:nvPr userDrawn="1"/>
          </p:nvSpPr>
          <p:spPr>
            <a:xfrm>
              <a:off x="8316416" y="4865481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09B23FBB-894F-4244-A484-4FA3442C3C2D}"/>
                </a:ext>
              </a:extLst>
            </p:cNvPr>
            <p:cNvSpPr/>
            <p:nvPr userDrawn="1"/>
          </p:nvSpPr>
          <p:spPr>
            <a:xfrm>
              <a:off x="8820472" y="4865360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21">
              <a:extLst>
                <a:ext uri="{FF2B5EF4-FFF2-40B4-BE49-F238E27FC236}">
                  <a16:creationId xmlns:a16="http://schemas.microsoft.com/office/drawing/2014/main" id="{04F25DA4-74DC-4F1B-9ACF-4FA301DEEDD5}"/>
                </a:ext>
              </a:extLst>
            </p:cNvPr>
            <p:cNvSpPr/>
            <p:nvPr userDrawn="1"/>
          </p:nvSpPr>
          <p:spPr>
            <a:xfrm>
              <a:off x="9324528" y="4871445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22">
              <a:extLst>
                <a:ext uri="{FF2B5EF4-FFF2-40B4-BE49-F238E27FC236}">
                  <a16:creationId xmlns:a16="http://schemas.microsoft.com/office/drawing/2014/main" id="{47C35BF7-5E1C-4341-8835-40B8D75CE509}"/>
                </a:ext>
              </a:extLst>
            </p:cNvPr>
            <p:cNvSpPr/>
            <p:nvPr userDrawn="1"/>
          </p:nvSpPr>
          <p:spPr>
            <a:xfrm>
              <a:off x="9828584" y="4871324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entagon 6"/>
          <p:cNvSpPr/>
          <p:nvPr userDrawn="1"/>
        </p:nvSpPr>
        <p:spPr>
          <a:xfrm>
            <a:off x="3563888" y="1459377"/>
            <a:ext cx="3312127" cy="360000"/>
          </a:xfrm>
          <a:prstGeom prst="homePlate">
            <a:avLst>
              <a:gd name="adj" fmla="val 58282"/>
            </a:avLst>
          </a:prstGeom>
          <a:solidFill>
            <a:schemeClr val="accent4">
              <a:lumMod val="60000"/>
              <a:lumOff val="4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Pentagon 7"/>
          <p:cNvSpPr/>
          <p:nvPr userDrawn="1"/>
        </p:nvSpPr>
        <p:spPr>
          <a:xfrm>
            <a:off x="3563888" y="1963541"/>
            <a:ext cx="3672128" cy="360000"/>
          </a:xfrm>
          <a:prstGeom prst="homePlate">
            <a:avLst>
              <a:gd name="adj" fmla="val 58282"/>
            </a:avLst>
          </a:prstGeom>
          <a:solidFill>
            <a:schemeClr val="accent3">
              <a:lumMod val="60000"/>
              <a:lumOff val="4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Pentagon 8"/>
          <p:cNvSpPr/>
          <p:nvPr userDrawn="1"/>
        </p:nvSpPr>
        <p:spPr>
          <a:xfrm>
            <a:off x="3563888" y="2467705"/>
            <a:ext cx="4032128" cy="360000"/>
          </a:xfrm>
          <a:prstGeom prst="homePlate">
            <a:avLst>
              <a:gd name="adj" fmla="val 58282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Pentagon 11"/>
          <p:cNvSpPr/>
          <p:nvPr userDrawn="1"/>
        </p:nvSpPr>
        <p:spPr>
          <a:xfrm>
            <a:off x="3563888" y="2947558"/>
            <a:ext cx="4392128" cy="360000"/>
          </a:xfrm>
          <a:prstGeom prst="homePlate">
            <a:avLst>
              <a:gd name="adj" fmla="val 58282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2" y="1140705"/>
            <a:ext cx="5218080" cy="26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021006" y="1483269"/>
            <a:ext cx="2501783" cy="18494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30" name="Group 2">
            <a:extLst>
              <a:ext uri="{FF2B5EF4-FFF2-40B4-BE49-F238E27FC236}">
                <a16:creationId xmlns:a16="http://schemas.microsoft.com/office/drawing/2014/main" id="{C13A72D2-F464-40AB-BCA5-8F0F28F9501E}"/>
              </a:ext>
            </a:extLst>
          </p:cNvPr>
          <p:cNvGrpSpPr/>
          <p:nvPr userDrawn="1"/>
        </p:nvGrpSpPr>
        <p:grpSpPr>
          <a:xfrm>
            <a:off x="2366" y="5048249"/>
            <a:ext cx="9141634" cy="105933"/>
            <a:chOff x="2267744" y="4865360"/>
            <a:chExt cx="8064896" cy="154663"/>
          </a:xfrm>
        </p:grpSpPr>
        <p:sp>
          <p:nvSpPr>
            <p:cNvPr id="31" name="Rectangle 1">
              <a:extLst>
                <a:ext uri="{FF2B5EF4-FFF2-40B4-BE49-F238E27FC236}">
                  <a16:creationId xmlns:a16="http://schemas.microsoft.com/office/drawing/2014/main" id="{438FFFA1-D809-4F75-91E8-41D5DE88B0CA}"/>
                </a:ext>
              </a:extLst>
            </p:cNvPr>
            <p:cNvSpPr/>
            <p:nvPr userDrawn="1"/>
          </p:nvSpPr>
          <p:spPr>
            <a:xfrm>
              <a:off x="2267744" y="4872209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6E9E44BF-838A-43E0-8C09-A63C02F7A596}"/>
                </a:ext>
              </a:extLst>
            </p:cNvPr>
            <p:cNvSpPr/>
            <p:nvPr userDrawn="1"/>
          </p:nvSpPr>
          <p:spPr>
            <a:xfrm>
              <a:off x="2771800" y="4872088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0F4344E-487C-4B76-A89D-090E9073C6F4}"/>
                </a:ext>
              </a:extLst>
            </p:cNvPr>
            <p:cNvSpPr/>
            <p:nvPr userDrawn="1"/>
          </p:nvSpPr>
          <p:spPr>
            <a:xfrm>
              <a:off x="3275856" y="4870431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49C60A68-D099-48B9-9B3C-CA487F566FFB}"/>
                </a:ext>
              </a:extLst>
            </p:cNvPr>
            <p:cNvSpPr/>
            <p:nvPr userDrawn="1"/>
          </p:nvSpPr>
          <p:spPr>
            <a:xfrm>
              <a:off x="3779912" y="4870310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11">
              <a:extLst>
                <a:ext uri="{FF2B5EF4-FFF2-40B4-BE49-F238E27FC236}">
                  <a16:creationId xmlns:a16="http://schemas.microsoft.com/office/drawing/2014/main" id="{1E673706-38E3-4D83-B2E4-D892E800DBB5}"/>
                </a:ext>
              </a:extLst>
            </p:cNvPr>
            <p:cNvSpPr/>
            <p:nvPr userDrawn="1"/>
          </p:nvSpPr>
          <p:spPr>
            <a:xfrm>
              <a:off x="4283968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12">
              <a:extLst>
                <a:ext uri="{FF2B5EF4-FFF2-40B4-BE49-F238E27FC236}">
                  <a16:creationId xmlns:a16="http://schemas.microsoft.com/office/drawing/2014/main" id="{B2B00D80-B95E-42E5-9669-A63EE75AB1E6}"/>
                </a:ext>
              </a:extLst>
            </p:cNvPr>
            <p:cNvSpPr/>
            <p:nvPr userDrawn="1"/>
          </p:nvSpPr>
          <p:spPr>
            <a:xfrm>
              <a:off x="4788024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3BF28E8B-36EF-45A4-B19C-E3FB3C308892}"/>
                </a:ext>
              </a:extLst>
            </p:cNvPr>
            <p:cNvSpPr/>
            <p:nvPr userDrawn="1"/>
          </p:nvSpPr>
          <p:spPr>
            <a:xfrm>
              <a:off x="5292080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14">
              <a:extLst>
                <a:ext uri="{FF2B5EF4-FFF2-40B4-BE49-F238E27FC236}">
                  <a16:creationId xmlns:a16="http://schemas.microsoft.com/office/drawing/2014/main" id="{06219DF2-62AF-47A5-A922-5121B833BBD8}"/>
                </a:ext>
              </a:extLst>
            </p:cNvPr>
            <p:cNvSpPr/>
            <p:nvPr userDrawn="1"/>
          </p:nvSpPr>
          <p:spPr>
            <a:xfrm>
              <a:off x="5796136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2FE4491E-50BC-4C05-BE33-62624D5A1DBD}"/>
                </a:ext>
              </a:extLst>
            </p:cNvPr>
            <p:cNvSpPr/>
            <p:nvPr userDrawn="1"/>
          </p:nvSpPr>
          <p:spPr>
            <a:xfrm>
              <a:off x="6300192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16">
              <a:extLst>
                <a:ext uri="{FF2B5EF4-FFF2-40B4-BE49-F238E27FC236}">
                  <a16:creationId xmlns:a16="http://schemas.microsoft.com/office/drawing/2014/main" id="{D644C7C2-1E32-4F96-8E37-5EF1C7B510B0}"/>
                </a:ext>
              </a:extLst>
            </p:cNvPr>
            <p:cNvSpPr/>
            <p:nvPr userDrawn="1"/>
          </p:nvSpPr>
          <p:spPr>
            <a:xfrm>
              <a:off x="6804248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7">
              <a:extLst>
                <a:ext uri="{FF2B5EF4-FFF2-40B4-BE49-F238E27FC236}">
                  <a16:creationId xmlns:a16="http://schemas.microsoft.com/office/drawing/2014/main" id="{251340D8-5710-48BB-8D79-70178F6A3652}"/>
                </a:ext>
              </a:extLst>
            </p:cNvPr>
            <p:cNvSpPr/>
            <p:nvPr userDrawn="1"/>
          </p:nvSpPr>
          <p:spPr>
            <a:xfrm>
              <a:off x="7308304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18">
              <a:extLst>
                <a:ext uri="{FF2B5EF4-FFF2-40B4-BE49-F238E27FC236}">
                  <a16:creationId xmlns:a16="http://schemas.microsoft.com/office/drawing/2014/main" id="{852D8D65-05B6-45C6-B11C-EFB134B1BFD4}"/>
                </a:ext>
              </a:extLst>
            </p:cNvPr>
            <p:cNvSpPr/>
            <p:nvPr userDrawn="1"/>
          </p:nvSpPr>
          <p:spPr>
            <a:xfrm>
              <a:off x="7812360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19">
              <a:extLst>
                <a:ext uri="{FF2B5EF4-FFF2-40B4-BE49-F238E27FC236}">
                  <a16:creationId xmlns:a16="http://schemas.microsoft.com/office/drawing/2014/main" id="{676FE479-DB62-4E58-A30D-E949E480A1B8}"/>
                </a:ext>
              </a:extLst>
            </p:cNvPr>
            <p:cNvSpPr/>
            <p:nvPr userDrawn="1"/>
          </p:nvSpPr>
          <p:spPr>
            <a:xfrm>
              <a:off x="8316416" y="4865481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20">
              <a:extLst>
                <a:ext uri="{FF2B5EF4-FFF2-40B4-BE49-F238E27FC236}">
                  <a16:creationId xmlns:a16="http://schemas.microsoft.com/office/drawing/2014/main" id="{14E3D49C-E692-4267-9F43-814CD90ADF47}"/>
                </a:ext>
              </a:extLst>
            </p:cNvPr>
            <p:cNvSpPr/>
            <p:nvPr userDrawn="1"/>
          </p:nvSpPr>
          <p:spPr>
            <a:xfrm>
              <a:off x="8820472" y="4865360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21">
              <a:extLst>
                <a:ext uri="{FF2B5EF4-FFF2-40B4-BE49-F238E27FC236}">
                  <a16:creationId xmlns:a16="http://schemas.microsoft.com/office/drawing/2014/main" id="{B7A4AE3C-8634-40A6-8134-C80DE28633AC}"/>
                </a:ext>
              </a:extLst>
            </p:cNvPr>
            <p:cNvSpPr/>
            <p:nvPr userDrawn="1"/>
          </p:nvSpPr>
          <p:spPr>
            <a:xfrm>
              <a:off x="9324528" y="4871445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22">
              <a:extLst>
                <a:ext uri="{FF2B5EF4-FFF2-40B4-BE49-F238E27FC236}">
                  <a16:creationId xmlns:a16="http://schemas.microsoft.com/office/drawing/2014/main" id="{8D838F89-BC9F-49BF-A2E3-527CFE6E254B}"/>
                </a:ext>
              </a:extLst>
            </p:cNvPr>
            <p:cNvSpPr/>
            <p:nvPr userDrawn="1"/>
          </p:nvSpPr>
          <p:spPr>
            <a:xfrm>
              <a:off x="9828584" y="4871324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8434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798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516216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30" name="Group 2">
            <a:extLst>
              <a:ext uri="{FF2B5EF4-FFF2-40B4-BE49-F238E27FC236}">
                <a16:creationId xmlns:a16="http://schemas.microsoft.com/office/drawing/2014/main" id="{8B87355E-D241-4F84-8E34-F12EFC8C5311}"/>
              </a:ext>
            </a:extLst>
          </p:cNvPr>
          <p:cNvGrpSpPr/>
          <p:nvPr userDrawn="1"/>
        </p:nvGrpSpPr>
        <p:grpSpPr>
          <a:xfrm>
            <a:off x="2366" y="5048249"/>
            <a:ext cx="9141634" cy="105933"/>
            <a:chOff x="2267744" y="4865360"/>
            <a:chExt cx="8064896" cy="154663"/>
          </a:xfrm>
        </p:grpSpPr>
        <p:sp>
          <p:nvSpPr>
            <p:cNvPr id="31" name="Rectangle 1">
              <a:extLst>
                <a:ext uri="{FF2B5EF4-FFF2-40B4-BE49-F238E27FC236}">
                  <a16:creationId xmlns:a16="http://schemas.microsoft.com/office/drawing/2014/main" id="{8A80B83A-8DB6-4419-B9E6-5F4B7AD8250B}"/>
                </a:ext>
              </a:extLst>
            </p:cNvPr>
            <p:cNvSpPr/>
            <p:nvPr userDrawn="1"/>
          </p:nvSpPr>
          <p:spPr>
            <a:xfrm>
              <a:off x="2267744" y="4872209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43C72C95-08A5-4AE8-AA2B-7F0F1D15237D}"/>
                </a:ext>
              </a:extLst>
            </p:cNvPr>
            <p:cNvSpPr/>
            <p:nvPr userDrawn="1"/>
          </p:nvSpPr>
          <p:spPr>
            <a:xfrm>
              <a:off x="2771800" y="4872088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F744013E-0792-4E51-B21F-CE2E88A9BDF0}"/>
                </a:ext>
              </a:extLst>
            </p:cNvPr>
            <p:cNvSpPr/>
            <p:nvPr userDrawn="1"/>
          </p:nvSpPr>
          <p:spPr>
            <a:xfrm>
              <a:off x="3275856" y="4870431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5048D8BC-6BEB-40DA-A91D-AE076BF3D670}"/>
                </a:ext>
              </a:extLst>
            </p:cNvPr>
            <p:cNvSpPr/>
            <p:nvPr userDrawn="1"/>
          </p:nvSpPr>
          <p:spPr>
            <a:xfrm>
              <a:off x="3779912" y="4870310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11">
              <a:extLst>
                <a:ext uri="{FF2B5EF4-FFF2-40B4-BE49-F238E27FC236}">
                  <a16:creationId xmlns:a16="http://schemas.microsoft.com/office/drawing/2014/main" id="{80C6D9FC-EAE8-4EFC-AD4C-7A54C93E55DE}"/>
                </a:ext>
              </a:extLst>
            </p:cNvPr>
            <p:cNvSpPr/>
            <p:nvPr userDrawn="1"/>
          </p:nvSpPr>
          <p:spPr>
            <a:xfrm>
              <a:off x="4283968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12">
              <a:extLst>
                <a:ext uri="{FF2B5EF4-FFF2-40B4-BE49-F238E27FC236}">
                  <a16:creationId xmlns:a16="http://schemas.microsoft.com/office/drawing/2014/main" id="{8CA4EF62-C0AE-487F-99C8-557E9C34CF58}"/>
                </a:ext>
              </a:extLst>
            </p:cNvPr>
            <p:cNvSpPr/>
            <p:nvPr userDrawn="1"/>
          </p:nvSpPr>
          <p:spPr>
            <a:xfrm>
              <a:off x="4788024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C99470B5-F69C-47A6-A008-A055BC5A021B}"/>
                </a:ext>
              </a:extLst>
            </p:cNvPr>
            <p:cNvSpPr/>
            <p:nvPr userDrawn="1"/>
          </p:nvSpPr>
          <p:spPr>
            <a:xfrm>
              <a:off x="5292080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14">
              <a:extLst>
                <a:ext uri="{FF2B5EF4-FFF2-40B4-BE49-F238E27FC236}">
                  <a16:creationId xmlns:a16="http://schemas.microsoft.com/office/drawing/2014/main" id="{0B0E86D1-5B0C-4381-A5AE-15D3B0AA4D84}"/>
                </a:ext>
              </a:extLst>
            </p:cNvPr>
            <p:cNvSpPr/>
            <p:nvPr userDrawn="1"/>
          </p:nvSpPr>
          <p:spPr>
            <a:xfrm>
              <a:off x="5796136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15">
              <a:extLst>
                <a:ext uri="{FF2B5EF4-FFF2-40B4-BE49-F238E27FC236}">
                  <a16:creationId xmlns:a16="http://schemas.microsoft.com/office/drawing/2014/main" id="{87B717A4-B04E-47EF-9C2D-21FC12E3AC70}"/>
                </a:ext>
              </a:extLst>
            </p:cNvPr>
            <p:cNvSpPr/>
            <p:nvPr userDrawn="1"/>
          </p:nvSpPr>
          <p:spPr>
            <a:xfrm>
              <a:off x="6300192" y="4868845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16">
              <a:extLst>
                <a:ext uri="{FF2B5EF4-FFF2-40B4-BE49-F238E27FC236}">
                  <a16:creationId xmlns:a16="http://schemas.microsoft.com/office/drawing/2014/main" id="{08993359-6EE8-4F9B-A1B6-07CADFE356A7}"/>
                </a:ext>
              </a:extLst>
            </p:cNvPr>
            <p:cNvSpPr/>
            <p:nvPr userDrawn="1"/>
          </p:nvSpPr>
          <p:spPr>
            <a:xfrm>
              <a:off x="6804248" y="4868724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7">
              <a:extLst>
                <a:ext uri="{FF2B5EF4-FFF2-40B4-BE49-F238E27FC236}">
                  <a16:creationId xmlns:a16="http://schemas.microsoft.com/office/drawing/2014/main" id="{28BBF0BD-20A1-4BE9-8F51-98ACCA87025F}"/>
                </a:ext>
              </a:extLst>
            </p:cNvPr>
            <p:cNvSpPr/>
            <p:nvPr userDrawn="1"/>
          </p:nvSpPr>
          <p:spPr>
            <a:xfrm>
              <a:off x="7308304" y="4867067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18">
              <a:extLst>
                <a:ext uri="{FF2B5EF4-FFF2-40B4-BE49-F238E27FC236}">
                  <a16:creationId xmlns:a16="http://schemas.microsoft.com/office/drawing/2014/main" id="{E5999C32-E7D0-45EA-9ED9-5C3EBEF6D1A2}"/>
                </a:ext>
              </a:extLst>
            </p:cNvPr>
            <p:cNvSpPr/>
            <p:nvPr userDrawn="1"/>
          </p:nvSpPr>
          <p:spPr>
            <a:xfrm>
              <a:off x="7812360" y="4866946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19">
              <a:extLst>
                <a:ext uri="{FF2B5EF4-FFF2-40B4-BE49-F238E27FC236}">
                  <a16:creationId xmlns:a16="http://schemas.microsoft.com/office/drawing/2014/main" id="{493FEA4D-D2EC-42FF-815F-E1C62644F9D6}"/>
                </a:ext>
              </a:extLst>
            </p:cNvPr>
            <p:cNvSpPr/>
            <p:nvPr userDrawn="1"/>
          </p:nvSpPr>
          <p:spPr>
            <a:xfrm>
              <a:off x="8316416" y="4865481"/>
              <a:ext cx="504056" cy="1478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20">
              <a:extLst>
                <a:ext uri="{FF2B5EF4-FFF2-40B4-BE49-F238E27FC236}">
                  <a16:creationId xmlns:a16="http://schemas.microsoft.com/office/drawing/2014/main" id="{DD68CD7F-C635-4A31-91AE-B21DDAD2D667}"/>
                </a:ext>
              </a:extLst>
            </p:cNvPr>
            <p:cNvSpPr/>
            <p:nvPr userDrawn="1"/>
          </p:nvSpPr>
          <p:spPr>
            <a:xfrm>
              <a:off x="8820472" y="4865360"/>
              <a:ext cx="504056" cy="1478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21">
              <a:extLst>
                <a:ext uri="{FF2B5EF4-FFF2-40B4-BE49-F238E27FC236}">
                  <a16:creationId xmlns:a16="http://schemas.microsoft.com/office/drawing/2014/main" id="{7EBF13E9-9DF3-4DA7-870E-B2463BDBB2FD}"/>
                </a:ext>
              </a:extLst>
            </p:cNvPr>
            <p:cNvSpPr/>
            <p:nvPr userDrawn="1"/>
          </p:nvSpPr>
          <p:spPr>
            <a:xfrm>
              <a:off x="9324528" y="4871445"/>
              <a:ext cx="504056" cy="1478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22">
              <a:extLst>
                <a:ext uri="{FF2B5EF4-FFF2-40B4-BE49-F238E27FC236}">
                  <a16:creationId xmlns:a16="http://schemas.microsoft.com/office/drawing/2014/main" id="{DFA2D170-A948-4315-9FB0-2033E3DE34DA}"/>
                </a:ext>
              </a:extLst>
            </p:cNvPr>
            <p:cNvSpPr/>
            <p:nvPr userDrawn="1"/>
          </p:nvSpPr>
          <p:spPr>
            <a:xfrm>
              <a:off x="9828584" y="4871324"/>
              <a:ext cx="504056" cy="1478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736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107504" y="123478"/>
            <a:ext cx="8928992" cy="489654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95486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71550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55" y="1131590"/>
            <a:ext cx="3312368" cy="294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1154419" y="1237310"/>
            <a:ext cx="3043041" cy="1842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171" y="1117462"/>
            <a:ext cx="3312368" cy="294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898835" y="1223182"/>
            <a:ext cx="3043041" cy="1842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364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4572000" cy="171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572000" y="1715444"/>
            <a:ext cx="4572000" cy="171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0" y="3433500"/>
            <a:ext cx="4572000" cy="171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326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23928" y="0"/>
            <a:ext cx="5220072" cy="31478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11560" y="2787774"/>
            <a:ext cx="2880320" cy="20162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2264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9144000" cy="32918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6079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252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9ECFE99B-B579-4A3C-A87A-75084AC09EE1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4499992" cy="2499742"/>
          </a:xfrm>
          <a:custGeom>
            <a:avLst/>
            <a:gdLst>
              <a:gd name="connsiteX0" fmla="*/ 0 w 4499992"/>
              <a:gd name="connsiteY0" fmla="*/ 0 h 2499742"/>
              <a:gd name="connsiteX1" fmla="*/ 4499992 w 4499992"/>
              <a:gd name="connsiteY1" fmla="*/ 0 h 2499742"/>
              <a:gd name="connsiteX2" fmla="*/ 4499992 w 4499992"/>
              <a:gd name="connsiteY2" fmla="*/ 1368152 h 2499742"/>
              <a:gd name="connsiteX3" fmla="*/ 3372247 w 4499992"/>
              <a:gd name="connsiteY3" fmla="*/ 1368152 h 2499742"/>
              <a:gd name="connsiteX4" fmla="*/ 3372247 w 4499992"/>
              <a:gd name="connsiteY4" fmla="*/ 2499742 h 2499742"/>
              <a:gd name="connsiteX5" fmla="*/ 0 w 4499992"/>
              <a:gd name="connsiteY5" fmla="*/ 2499742 h 2499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99992" h="2499742">
                <a:moveTo>
                  <a:pt x="0" y="0"/>
                </a:moveTo>
                <a:lnTo>
                  <a:pt x="4499992" y="0"/>
                </a:lnTo>
                <a:lnTo>
                  <a:pt x="4499992" y="1368152"/>
                </a:lnTo>
                <a:lnTo>
                  <a:pt x="3372247" y="1368152"/>
                </a:lnTo>
                <a:lnTo>
                  <a:pt x="3372247" y="2499742"/>
                </a:lnTo>
                <a:lnTo>
                  <a:pt x="0" y="249974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F4858D0D-29DA-4F26-AF18-C0DEB17ABC8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644008" y="0"/>
            <a:ext cx="4499992" cy="2499742"/>
          </a:xfrm>
          <a:custGeom>
            <a:avLst/>
            <a:gdLst>
              <a:gd name="connsiteX0" fmla="*/ 0 w 4499992"/>
              <a:gd name="connsiteY0" fmla="*/ 0 h 2499742"/>
              <a:gd name="connsiteX1" fmla="*/ 4499992 w 4499992"/>
              <a:gd name="connsiteY1" fmla="*/ 0 h 2499742"/>
              <a:gd name="connsiteX2" fmla="*/ 4499992 w 4499992"/>
              <a:gd name="connsiteY2" fmla="*/ 2499742 h 2499742"/>
              <a:gd name="connsiteX3" fmla="*/ 1137667 w 4499992"/>
              <a:gd name="connsiteY3" fmla="*/ 2499742 h 2499742"/>
              <a:gd name="connsiteX4" fmla="*/ 1137667 w 4499992"/>
              <a:gd name="connsiteY4" fmla="*/ 1368152 h 2499742"/>
              <a:gd name="connsiteX5" fmla="*/ 0 w 4499992"/>
              <a:gd name="connsiteY5" fmla="*/ 1368152 h 2499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99992" h="2499742">
                <a:moveTo>
                  <a:pt x="0" y="0"/>
                </a:moveTo>
                <a:lnTo>
                  <a:pt x="4499992" y="0"/>
                </a:lnTo>
                <a:lnTo>
                  <a:pt x="4499992" y="2499742"/>
                </a:lnTo>
                <a:lnTo>
                  <a:pt x="1137667" y="2499742"/>
                </a:lnTo>
                <a:lnTo>
                  <a:pt x="1137667" y="1368152"/>
                </a:lnTo>
                <a:lnTo>
                  <a:pt x="0" y="136815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400095AA-D917-4540-B014-EEDB5478D0D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644008" y="2643759"/>
            <a:ext cx="4499992" cy="2499742"/>
          </a:xfrm>
          <a:custGeom>
            <a:avLst/>
            <a:gdLst>
              <a:gd name="connsiteX0" fmla="*/ 1137667 w 4499992"/>
              <a:gd name="connsiteY0" fmla="*/ 0 h 2499742"/>
              <a:gd name="connsiteX1" fmla="*/ 4499992 w 4499992"/>
              <a:gd name="connsiteY1" fmla="*/ 0 h 2499742"/>
              <a:gd name="connsiteX2" fmla="*/ 4499992 w 4499992"/>
              <a:gd name="connsiteY2" fmla="*/ 2499742 h 2499742"/>
              <a:gd name="connsiteX3" fmla="*/ 0 w 4499992"/>
              <a:gd name="connsiteY3" fmla="*/ 2499742 h 2499742"/>
              <a:gd name="connsiteX4" fmla="*/ 0 w 4499992"/>
              <a:gd name="connsiteY4" fmla="*/ 1118616 h 2499742"/>
              <a:gd name="connsiteX5" fmla="*/ 1137667 w 4499992"/>
              <a:gd name="connsiteY5" fmla="*/ 1118616 h 2499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99992" h="2499742">
                <a:moveTo>
                  <a:pt x="1137667" y="0"/>
                </a:moveTo>
                <a:lnTo>
                  <a:pt x="4499992" y="0"/>
                </a:lnTo>
                <a:lnTo>
                  <a:pt x="4499992" y="2499742"/>
                </a:lnTo>
                <a:lnTo>
                  <a:pt x="0" y="2499742"/>
                </a:lnTo>
                <a:lnTo>
                  <a:pt x="0" y="1118616"/>
                </a:lnTo>
                <a:lnTo>
                  <a:pt x="1137667" y="111861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E797F658-C176-47C2-AEB4-F20B23921179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0" y="2643759"/>
            <a:ext cx="4499992" cy="2499742"/>
          </a:xfrm>
          <a:custGeom>
            <a:avLst/>
            <a:gdLst>
              <a:gd name="connsiteX0" fmla="*/ 0 w 4499992"/>
              <a:gd name="connsiteY0" fmla="*/ 0 h 2499742"/>
              <a:gd name="connsiteX1" fmla="*/ 3372247 w 4499992"/>
              <a:gd name="connsiteY1" fmla="*/ 0 h 2499742"/>
              <a:gd name="connsiteX2" fmla="*/ 3372247 w 4499992"/>
              <a:gd name="connsiteY2" fmla="*/ 1118616 h 2499742"/>
              <a:gd name="connsiteX3" fmla="*/ 4499992 w 4499992"/>
              <a:gd name="connsiteY3" fmla="*/ 1118616 h 2499742"/>
              <a:gd name="connsiteX4" fmla="*/ 4499992 w 4499992"/>
              <a:gd name="connsiteY4" fmla="*/ 2499742 h 2499742"/>
              <a:gd name="connsiteX5" fmla="*/ 0 w 4499992"/>
              <a:gd name="connsiteY5" fmla="*/ 2499742 h 2499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99992" h="2499742">
                <a:moveTo>
                  <a:pt x="0" y="0"/>
                </a:moveTo>
                <a:lnTo>
                  <a:pt x="3372247" y="0"/>
                </a:lnTo>
                <a:lnTo>
                  <a:pt x="3372247" y="1118616"/>
                </a:lnTo>
                <a:lnTo>
                  <a:pt x="4499992" y="1118616"/>
                </a:lnTo>
                <a:lnTo>
                  <a:pt x="4499992" y="2499742"/>
                </a:lnTo>
                <a:lnTo>
                  <a:pt x="0" y="249974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550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491880" y="2571750"/>
            <a:ext cx="2160240" cy="2571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652120" y="2571750"/>
            <a:ext cx="3491880" cy="2571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0" y="2561481"/>
            <a:ext cx="1740797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39834" y="2561481"/>
            <a:ext cx="1752046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0" y="3857625"/>
            <a:ext cx="3491880" cy="1296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4572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4572000" y="0"/>
            <a:ext cx="4572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214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832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1347614"/>
            <a:ext cx="9144000" cy="2448272"/>
            <a:chOff x="0" y="1347614"/>
            <a:chExt cx="9144000" cy="2448272"/>
          </a:xfrm>
          <a:solidFill>
            <a:srgbClr val="649941">
              <a:alpha val="85000"/>
            </a:srgbClr>
          </a:solidFill>
        </p:grpSpPr>
        <p:sp>
          <p:nvSpPr>
            <p:cNvPr id="2" name="Rectangle 1"/>
            <p:cNvSpPr/>
            <p:nvPr userDrawn="1"/>
          </p:nvSpPr>
          <p:spPr>
            <a:xfrm>
              <a:off x="0" y="1347614"/>
              <a:ext cx="9144000" cy="2448272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 userDrawn="1"/>
          </p:nvSpPr>
          <p:spPr>
            <a:xfrm>
              <a:off x="0" y="1923678"/>
              <a:ext cx="9144000" cy="12241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63027" y="2155604"/>
            <a:ext cx="4880973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63027" y="2629180"/>
            <a:ext cx="4880973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107504" y="1131590"/>
            <a:ext cx="8928992" cy="3888432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7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1" r:id="rId3"/>
    <p:sldLayoutId id="2147483661" r:id="rId4"/>
    <p:sldLayoutId id="2147483660" r:id="rId5"/>
    <p:sldLayoutId id="2147483655" r:id="rId6"/>
    <p:sldLayoutId id="2147483662" r:id="rId7"/>
    <p:sldLayoutId id="2147483663" r:id="rId8"/>
    <p:sldLayoutId id="2147483673" r:id="rId9"/>
    <p:sldLayoutId id="2147483665" r:id="rId10"/>
    <p:sldLayoutId id="2147483666" r:id="rId11"/>
    <p:sldLayoutId id="2147483667" r:id="rId12"/>
    <p:sldLayoutId id="2147483672" r:id="rId13"/>
    <p:sldLayoutId id="2147483668" r:id="rId14"/>
    <p:sldLayoutId id="2147483669" r:id="rId15"/>
    <p:sldLayoutId id="2147483656" r:id="rId16"/>
    <p:sldLayoutId id="2147483676" r:id="rId1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5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jpe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jpe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49.png"/><Relationship Id="rId18" Type="http://schemas.openxmlformats.org/officeDocument/2006/relationships/image" Target="../media/image54.jpe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8.jpe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jpe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jpeg"/><Relationship Id="rId1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775284" y="2755328"/>
            <a:ext cx="4011922" cy="4011922"/>
          </a:xfrm>
          <a:custGeom>
            <a:avLst/>
            <a:gdLst/>
            <a:ahLst/>
            <a:cxnLst/>
            <a:rect l="l" t="t" r="r" b="b"/>
            <a:pathLst>
              <a:path w="8023843" h="8023843">
                <a:moveTo>
                  <a:pt x="0" y="0"/>
                </a:moveTo>
                <a:lnTo>
                  <a:pt x="8023843" y="0"/>
                </a:lnTo>
                <a:lnTo>
                  <a:pt x="8023843" y="8023843"/>
                </a:lnTo>
                <a:lnTo>
                  <a:pt x="0" y="80238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80012" y="2546096"/>
            <a:ext cx="4230172" cy="3883482"/>
            <a:chOff x="0" y="0"/>
            <a:chExt cx="442681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2681" cy="406400"/>
            </a:xfrm>
            <a:custGeom>
              <a:avLst/>
              <a:gdLst/>
              <a:ahLst/>
              <a:cxnLst/>
              <a:rect l="l" t="t" r="r" b="b"/>
              <a:pathLst>
                <a:path w="442681" h="406400">
                  <a:moveTo>
                    <a:pt x="239481" y="0"/>
                  </a:moveTo>
                  <a:cubicBezTo>
                    <a:pt x="351705" y="0"/>
                    <a:pt x="442681" y="90976"/>
                    <a:pt x="442681" y="203200"/>
                  </a:cubicBezTo>
                  <a:cubicBezTo>
                    <a:pt x="442681" y="315424"/>
                    <a:pt x="351705" y="406400"/>
                    <a:pt x="23948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2681" cy="463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273734" y="2612553"/>
            <a:ext cx="6250944" cy="3750566"/>
            <a:chOff x="0" y="0"/>
            <a:chExt cx="6350000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1905000"/>
                  </a:moveTo>
                  <a:lnTo>
                    <a:pt x="0" y="1905000"/>
                  </a:lnTo>
                  <a:cubicBezTo>
                    <a:pt x="0" y="853440"/>
                    <a:pt x="853440" y="0"/>
                    <a:pt x="1905000" y="0"/>
                  </a:cubicBezTo>
                  <a:lnTo>
                    <a:pt x="4445000" y="0"/>
                  </a:lnTo>
                  <a:cubicBezTo>
                    <a:pt x="5496560" y="0"/>
                    <a:pt x="6350000" y="853440"/>
                    <a:pt x="6350000" y="1905000"/>
                  </a:cubicBezTo>
                  <a:lnTo>
                    <a:pt x="6350000" y="1905000"/>
                  </a:lnTo>
                  <a:cubicBezTo>
                    <a:pt x="6350000" y="2956560"/>
                    <a:pt x="5496560" y="3810000"/>
                    <a:pt x="4445000" y="3810000"/>
                  </a:cubicBezTo>
                  <a:lnTo>
                    <a:pt x="1905000" y="3810000"/>
                  </a:lnTo>
                  <a:cubicBezTo>
                    <a:pt x="853440" y="3810000"/>
                    <a:pt x="0" y="2956560"/>
                    <a:pt x="0" y="1905000"/>
                  </a:cubicBezTo>
                  <a:close/>
                </a:path>
              </a:pathLst>
            </a:custGeom>
            <a:blipFill>
              <a:blip r:embed="rId5"/>
              <a:stretch>
                <a:fillRect l="-3437" r="-3437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0" y="-53417"/>
            <a:ext cx="914400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0"/>
              </a:lnSpc>
              <a:spcBef>
                <a:spcPct val="0"/>
              </a:spcBef>
            </a:pPr>
            <a:r>
              <a:rPr lang="en-US" sz="572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Welcome</a:t>
            </a:r>
            <a:endParaRPr lang="en-US" sz="572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886420" y="203434"/>
            <a:ext cx="1073099" cy="504357"/>
          </a:xfrm>
          <a:custGeom>
            <a:avLst/>
            <a:gdLst/>
            <a:ahLst/>
            <a:cxnLst/>
            <a:rect l="l" t="t" r="r" b="b"/>
            <a:pathLst>
              <a:path w="2146197" h="1008713">
                <a:moveTo>
                  <a:pt x="0" y="0"/>
                </a:moveTo>
                <a:lnTo>
                  <a:pt x="2146196" y="0"/>
                </a:lnTo>
                <a:lnTo>
                  <a:pt x="2146196" y="1008713"/>
                </a:lnTo>
                <a:lnTo>
                  <a:pt x="0" y="1008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320048"/>
            <a:ext cx="9144000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9"/>
              </a:lnSpc>
              <a:spcBef>
                <a:spcPct val="0"/>
              </a:spcBef>
            </a:pPr>
            <a:r>
              <a:rPr lang="en-US" sz="3712" spc="-204">
                <a:solidFill>
                  <a:srgbClr val="1D3089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9th Foundation Day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734928"/>
            <a:ext cx="914400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  <a:spcBef>
                <a:spcPct val="0"/>
              </a:spcBef>
            </a:pPr>
            <a:r>
              <a:rPr lang="en-US" sz="2057" spc="-113" dirty="0">
                <a:solidFill>
                  <a:srgbClr val="1D3089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A</a:t>
            </a:r>
            <a:r>
              <a:rPr lang="en-US" sz="2057" spc="-113" dirty="0">
                <a:solidFill>
                  <a:srgbClr val="1D3089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ll </a:t>
            </a:r>
            <a:r>
              <a:rPr lang="en-US" sz="2057" spc="-113" dirty="0">
                <a:solidFill>
                  <a:srgbClr val="1D3089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Engineering </a:t>
            </a:r>
            <a:r>
              <a:rPr lang="en-US" sz="2057" spc="-113" dirty="0">
                <a:solidFill>
                  <a:srgbClr val="1D3089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Graduates</a:t>
            </a:r>
            <a:endParaRPr lang="en-US" sz="2057" spc="-113" dirty="0">
              <a:solidFill>
                <a:srgbClr val="1D3089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</p:txBody>
      </p:sp>
      <p:sp>
        <p:nvSpPr>
          <p:cNvPr id="12" name="Freeform 12"/>
          <p:cNvSpPr/>
          <p:nvPr/>
        </p:nvSpPr>
        <p:spPr>
          <a:xfrm rot="5400000">
            <a:off x="-2046193" y="-1578645"/>
            <a:ext cx="3757701" cy="3757701"/>
          </a:xfrm>
          <a:custGeom>
            <a:avLst/>
            <a:gdLst/>
            <a:ahLst/>
            <a:cxnLst/>
            <a:rect l="l" t="t" r="r" b="b"/>
            <a:pathLst>
              <a:path w="7515402" h="7515402">
                <a:moveTo>
                  <a:pt x="0" y="0"/>
                </a:moveTo>
                <a:lnTo>
                  <a:pt x="7515401" y="0"/>
                </a:lnTo>
                <a:lnTo>
                  <a:pt x="7515401" y="7515402"/>
                </a:lnTo>
                <a:lnTo>
                  <a:pt x="0" y="75154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1334271">
            <a:off x="-2290219" y="-1818700"/>
            <a:ext cx="3962121" cy="3637400"/>
            <a:chOff x="0" y="0"/>
            <a:chExt cx="442681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2681" cy="406400"/>
            </a:xfrm>
            <a:custGeom>
              <a:avLst/>
              <a:gdLst/>
              <a:ahLst/>
              <a:cxnLst/>
              <a:rect l="l" t="t" r="r" b="b"/>
              <a:pathLst>
                <a:path w="442681" h="406400">
                  <a:moveTo>
                    <a:pt x="239481" y="0"/>
                  </a:moveTo>
                  <a:cubicBezTo>
                    <a:pt x="351705" y="0"/>
                    <a:pt x="442681" y="90976"/>
                    <a:pt x="442681" y="203200"/>
                  </a:cubicBezTo>
                  <a:cubicBezTo>
                    <a:pt x="442681" y="315424"/>
                    <a:pt x="351705" y="406400"/>
                    <a:pt x="23948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442681" cy="4635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0" y="2179056"/>
            <a:ext cx="914400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512" spc="-83">
                <a:solidFill>
                  <a:srgbClr val="DB274C"/>
                </a:solidFill>
                <a:latin typeface="Garet"/>
                <a:ea typeface="Garet"/>
                <a:cs typeface="Garet"/>
                <a:sym typeface="Garet"/>
              </a:rPr>
              <a:t> (V. M. S. B. UTTARAKHAND TECHNICAL UNIVERSITY)</a:t>
            </a:r>
          </a:p>
        </p:txBody>
      </p:sp>
      <p:sp>
        <p:nvSpPr>
          <p:cNvPr id="17" name="Freeform 17"/>
          <p:cNvSpPr/>
          <p:nvPr/>
        </p:nvSpPr>
        <p:spPr>
          <a:xfrm>
            <a:off x="61898" y="2116545"/>
            <a:ext cx="1765716" cy="2483386"/>
          </a:xfrm>
          <a:custGeom>
            <a:avLst/>
            <a:gdLst/>
            <a:ahLst/>
            <a:cxnLst/>
            <a:rect l="l" t="t" r="r" b="b"/>
            <a:pathLst>
              <a:path w="3531432" h="4966771">
                <a:moveTo>
                  <a:pt x="0" y="0"/>
                </a:moveTo>
                <a:lnTo>
                  <a:pt x="3531432" y="0"/>
                </a:lnTo>
                <a:lnTo>
                  <a:pt x="3531432" y="4966772"/>
                </a:lnTo>
                <a:lnTo>
                  <a:pt x="0" y="4966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860" t="-68779" r="-158953" b="-74599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267533" y="3449945"/>
            <a:ext cx="1212051" cy="1212051"/>
          </a:xfrm>
          <a:custGeom>
            <a:avLst/>
            <a:gdLst/>
            <a:ahLst/>
            <a:cxnLst/>
            <a:rect l="l" t="t" r="r" b="b"/>
            <a:pathLst>
              <a:path w="2424101" h="2424101">
                <a:moveTo>
                  <a:pt x="0" y="0"/>
                </a:moveTo>
                <a:lnTo>
                  <a:pt x="2424101" y="0"/>
                </a:lnTo>
                <a:lnTo>
                  <a:pt x="2424101" y="2424101"/>
                </a:lnTo>
                <a:lnTo>
                  <a:pt x="0" y="2424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258041" y="3392264"/>
            <a:ext cx="1220431" cy="1220426"/>
            <a:chOff x="0" y="0"/>
            <a:chExt cx="6350000" cy="63499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 l="-750" t="-8600" r="-6007" b="-16520"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207757" y="149790"/>
            <a:ext cx="538259" cy="537513"/>
          </a:xfrm>
          <a:custGeom>
            <a:avLst/>
            <a:gdLst/>
            <a:ahLst/>
            <a:cxnLst/>
            <a:rect l="l" t="t" r="r" b="b"/>
            <a:pathLst>
              <a:path w="1076518" h="1075025">
                <a:moveTo>
                  <a:pt x="0" y="0"/>
                </a:moveTo>
                <a:lnTo>
                  <a:pt x="1076518" y="0"/>
                </a:lnTo>
                <a:lnTo>
                  <a:pt x="1076518" y="1075025"/>
                </a:lnTo>
                <a:lnTo>
                  <a:pt x="0" y="1075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23002" y="124599"/>
            <a:ext cx="569515" cy="562396"/>
          </a:xfrm>
          <a:custGeom>
            <a:avLst/>
            <a:gdLst/>
            <a:ahLst/>
            <a:cxnLst/>
            <a:rect l="l" t="t" r="r" b="b"/>
            <a:pathLst>
              <a:path w="1139029" h="1124791">
                <a:moveTo>
                  <a:pt x="0" y="0"/>
                </a:moveTo>
                <a:lnTo>
                  <a:pt x="1139029" y="0"/>
                </a:lnTo>
                <a:lnTo>
                  <a:pt x="1139029" y="1124792"/>
                </a:lnTo>
                <a:lnTo>
                  <a:pt x="0" y="11247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100833" y="1061764"/>
            <a:ext cx="942335" cy="329817"/>
          </a:xfrm>
          <a:custGeom>
            <a:avLst/>
            <a:gdLst/>
            <a:ahLst/>
            <a:cxnLst/>
            <a:rect l="l" t="t" r="r" b="b"/>
            <a:pathLst>
              <a:path w="1884669" h="659634">
                <a:moveTo>
                  <a:pt x="0" y="0"/>
                </a:moveTo>
                <a:lnTo>
                  <a:pt x="1884668" y="0"/>
                </a:lnTo>
                <a:lnTo>
                  <a:pt x="1884668" y="659634"/>
                </a:lnTo>
                <a:lnTo>
                  <a:pt x="0" y="6596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0" y="1886881"/>
            <a:ext cx="914400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4"/>
              </a:lnSpc>
              <a:spcBef>
                <a:spcPct val="0"/>
              </a:spcBef>
            </a:pPr>
            <a:r>
              <a:rPr lang="en-US" sz="1512" spc="-83">
                <a:solidFill>
                  <a:srgbClr val="DB274C"/>
                </a:solidFill>
                <a:latin typeface="Garet Bold"/>
                <a:ea typeface="Garet Bold"/>
                <a:cs typeface="Garet Bold"/>
                <a:sym typeface="Garet Bold"/>
              </a:rPr>
              <a:t>Dr. A.P.J. Abdul Kalam Institute of Technology, Tanakpur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82897" y="1572433"/>
            <a:ext cx="424401" cy="211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6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Monotype Corsiva" panose="03010101010201010101" pitchFamily="66" charset="0"/>
                <a:ea typeface="Liana"/>
                <a:cs typeface="Liana"/>
                <a:sym typeface="Liana"/>
              </a:rPr>
              <a:t>Of</a:t>
            </a:r>
            <a:endParaRPr lang="en-US" sz="1400" b="1" dirty="0">
              <a:solidFill>
                <a:srgbClr val="000000"/>
              </a:solidFill>
              <a:latin typeface="Monotype Corsiva" panose="03010101010201010101" pitchFamily="66" charset="0"/>
              <a:ea typeface="Liana"/>
              <a:cs typeface="Liana"/>
              <a:sym typeface="Liana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2945" y="4621053"/>
            <a:ext cx="1669788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9"/>
              </a:lnSpc>
              <a:spcBef>
                <a:spcPct val="0"/>
              </a:spcBef>
            </a:pPr>
            <a:r>
              <a:rPr lang="en-US" sz="1264">
                <a:solidFill>
                  <a:srgbClr val="000000"/>
                </a:solidFill>
                <a:latin typeface="Kadwa Bold"/>
                <a:ea typeface="Kadwa Bold"/>
                <a:cs typeface="Kadwa Bold"/>
                <a:sym typeface="Kadwa Bold"/>
              </a:rPr>
              <a:t>PROF. ONKAR SINGH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686" y="4796632"/>
            <a:ext cx="1634307" cy="12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6"/>
              </a:lnSpc>
              <a:spcBef>
                <a:spcPct val="0"/>
              </a:spcBef>
            </a:pPr>
            <a:r>
              <a:rPr lang="en-US" sz="860">
                <a:solidFill>
                  <a:srgbClr val="000000"/>
                </a:solidFill>
                <a:latin typeface="Kadwa"/>
                <a:ea typeface="Kadwa"/>
                <a:cs typeface="Kadwa"/>
                <a:sym typeface="Kadwa"/>
              </a:rPr>
              <a:t>Vice Chancellor, V. M. S. B. UTU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89575" y="4655892"/>
            <a:ext cx="154229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3"/>
              </a:lnSpc>
            </a:pPr>
            <a:r>
              <a:rPr lang="en-US" sz="83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Prof. Hardwari Lal Mandoria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53290" y="4800718"/>
            <a:ext cx="1414861" cy="12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4"/>
              </a:lnSpc>
            </a:pPr>
            <a:r>
              <a:rPr lang="en-US" sz="7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Director, Dr. APJ AKIT, Tanakpur</a:t>
            </a:r>
          </a:p>
        </p:txBody>
      </p:sp>
    </p:spTree>
    <p:extLst>
      <p:ext uri="{BB962C8B-B14F-4D97-AF65-F5344CB8AC3E}">
        <p14:creationId xmlns:p14="http://schemas.microsoft.com/office/powerpoint/2010/main" val="55274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sz="4400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맑은 고딕" pitchFamily="50" charset="-127"/>
                <a:cs typeface="Calibri" panose="020F0502020204030204" pitchFamily="34" charset="0"/>
              </a:rPr>
              <a:t>Python Programming with IOT</a:t>
            </a:r>
            <a:endParaRPr lang="en-US" altLang="ko-KR" sz="4400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sz="1600" dirty="0">
                <a:latin typeface="Calibri" panose="020F0502020204030204" pitchFamily="34" charset="0"/>
                <a:cs typeface="Calibri" panose="020F0502020204030204" pitchFamily="34" charset="0"/>
              </a:rPr>
              <a:t>Powered By-  Softpro India Computer Technologies (P) Ltd.</a:t>
            </a:r>
          </a:p>
        </p:txBody>
      </p:sp>
      <p:pic>
        <p:nvPicPr>
          <p:cNvPr id="1026" name="Picture 2" descr="C:\wamp\www\Softpro\img\brand\spi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58053" y="338160"/>
            <a:ext cx="1385947" cy="433390"/>
          </a:xfrm>
          <a:prstGeom prst="rect">
            <a:avLst/>
          </a:prstGeo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0" t="33201" r="20601" b="30400"/>
          <a:stretch/>
        </p:blipFill>
        <p:spPr>
          <a:xfrm>
            <a:off x="172838" y="302827"/>
            <a:ext cx="1158802" cy="68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9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263027" y="2085692"/>
            <a:ext cx="4880973" cy="914686"/>
          </a:xfrm>
        </p:spPr>
        <p:txBody>
          <a:bodyPr/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SENIOR CONSULTANT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263027" y="3286130"/>
            <a:ext cx="4880973" cy="288032"/>
          </a:xfrm>
        </p:spPr>
        <p:txBody>
          <a:bodyPr/>
          <a:lstStyle/>
          <a:p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EXPERIENCE OF </a:t>
            </a:r>
            <a:r>
              <a:rPr lang="en-US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11+</a:t>
            </a:r>
            <a:r>
              <a:rPr lang="en-US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YEARS</a:t>
            </a:r>
          </a:p>
        </p:txBody>
      </p:sp>
      <p:grpSp>
        <p:nvGrpSpPr>
          <p:cNvPr id="5" name="그룹 315">
            <a:extLst>
              <a:ext uri="{FF2B5EF4-FFF2-40B4-BE49-F238E27FC236}">
                <a16:creationId xmlns:a16="http://schemas.microsoft.com/office/drawing/2014/main" id="{6937C4F8-533A-4E51-A4C0-509EE14035BC}"/>
              </a:ext>
            </a:extLst>
          </p:cNvPr>
          <p:cNvGrpSpPr/>
          <p:nvPr/>
        </p:nvGrpSpPr>
        <p:grpSpPr>
          <a:xfrm>
            <a:off x="611560" y="1768903"/>
            <a:ext cx="2924414" cy="1720553"/>
            <a:chOff x="635000" y="1382713"/>
            <a:chExt cx="7869238" cy="4572000"/>
          </a:xfrm>
          <a:solidFill>
            <a:schemeClr val="bg1"/>
          </a:solidFill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34B83E7E-0E89-4CC8-9137-066F8F4523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213" y="3267075"/>
              <a:ext cx="7478713" cy="2654300"/>
            </a:xfrm>
            <a:custGeom>
              <a:avLst/>
              <a:gdLst>
                <a:gd name="T0" fmla="*/ 1383 w 4711"/>
                <a:gd name="T1" fmla="*/ 1616 h 1672"/>
                <a:gd name="T2" fmla="*/ 4289 w 4711"/>
                <a:gd name="T3" fmla="*/ 1370 h 1672"/>
                <a:gd name="T4" fmla="*/ 4547 w 4711"/>
                <a:gd name="T5" fmla="*/ 1482 h 1672"/>
                <a:gd name="T6" fmla="*/ 4645 w 4711"/>
                <a:gd name="T7" fmla="*/ 1305 h 1672"/>
                <a:gd name="T8" fmla="*/ 4596 w 4711"/>
                <a:gd name="T9" fmla="*/ 1330 h 1672"/>
                <a:gd name="T10" fmla="*/ 4699 w 4711"/>
                <a:gd name="T11" fmla="*/ 1014 h 1672"/>
                <a:gd name="T12" fmla="*/ 2870 w 4711"/>
                <a:gd name="T13" fmla="*/ 1134 h 1672"/>
                <a:gd name="T14" fmla="*/ 4455 w 4711"/>
                <a:gd name="T15" fmla="*/ 918 h 1672"/>
                <a:gd name="T16" fmla="*/ 4359 w 4711"/>
                <a:gd name="T17" fmla="*/ 1140 h 1672"/>
                <a:gd name="T18" fmla="*/ 4144 w 4711"/>
                <a:gd name="T19" fmla="*/ 1286 h 1672"/>
                <a:gd name="T20" fmla="*/ 3936 w 4711"/>
                <a:gd name="T21" fmla="*/ 1271 h 1672"/>
                <a:gd name="T22" fmla="*/ 3802 w 4711"/>
                <a:gd name="T23" fmla="*/ 1080 h 1672"/>
                <a:gd name="T24" fmla="*/ 4059 w 4711"/>
                <a:gd name="T25" fmla="*/ 932 h 1672"/>
                <a:gd name="T26" fmla="*/ 4430 w 4711"/>
                <a:gd name="T27" fmla="*/ 909 h 1672"/>
                <a:gd name="T28" fmla="*/ 3982 w 4711"/>
                <a:gd name="T29" fmla="*/ 883 h 1672"/>
                <a:gd name="T30" fmla="*/ 3891 w 4711"/>
                <a:gd name="T31" fmla="*/ 883 h 1672"/>
                <a:gd name="T32" fmla="*/ 4388 w 4711"/>
                <a:gd name="T33" fmla="*/ 864 h 1672"/>
                <a:gd name="T34" fmla="*/ 4362 w 4711"/>
                <a:gd name="T35" fmla="*/ 825 h 1672"/>
                <a:gd name="T36" fmla="*/ 3994 w 4711"/>
                <a:gd name="T37" fmla="*/ 817 h 1672"/>
                <a:gd name="T38" fmla="*/ 4270 w 4711"/>
                <a:gd name="T39" fmla="*/ 855 h 1672"/>
                <a:gd name="T40" fmla="*/ 4132 w 4711"/>
                <a:gd name="T41" fmla="*/ 887 h 1672"/>
                <a:gd name="T42" fmla="*/ 1563 w 4711"/>
                <a:gd name="T43" fmla="*/ 787 h 1672"/>
                <a:gd name="T44" fmla="*/ 3886 w 4711"/>
                <a:gd name="T45" fmla="*/ 778 h 1672"/>
                <a:gd name="T46" fmla="*/ 3870 w 4711"/>
                <a:gd name="T47" fmla="*/ 845 h 1672"/>
                <a:gd name="T48" fmla="*/ 3987 w 4711"/>
                <a:gd name="T49" fmla="*/ 764 h 1672"/>
                <a:gd name="T50" fmla="*/ 3821 w 4711"/>
                <a:gd name="T51" fmla="*/ 885 h 1672"/>
                <a:gd name="T52" fmla="*/ 3860 w 4711"/>
                <a:gd name="T53" fmla="*/ 710 h 1672"/>
                <a:gd name="T54" fmla="*/ 3786 w 4711"/>
                <a:gd name="T55" fmla="*/ 726 h 1672"/>
                <a:gd name="T56" fmla="*/ 3331 w 4711"/>
                <a:gd name="T57" fmla="*/ 700 h 1672"/>
                <a:gd name="T58" fmla="*/ 3957 w 4711"/>
                <a:gd name="T59" fmla="*/ 677 h 1672"/>
                <a:gd name="T60" fmla="*/ 1245 w 4711"/>
                <a:gd name="T61" fmla="*/ 637 h 1672"/>
                <a:gd name="T62" fmla="*/ 1351 w 4711"/>
                <a:gd name="T63" fmla="*/ 529 h 1672"/>
                <a:gd name="T64" fmla="*/ 3942 w 4711"/>
                <a:gd name="T65" fmla="*/ 620 h 1672"/>
                <a:gd name="T66" fmla="*/ 3942 w 4711"/>
                <a:gd name="T67" fmla="*/ 602 h 1672"/>
                <a:gd name="T68" fmla="*/ 1173 w 4711"/>
                <a:gd name="T69" fmla="*/ 511 h 1672"/>
                <a:gd name="T70" fmla="*/ 1255 w 4711"/>
                <a:gd name="T71" fmla="*/ 515 h 1672"/>
                <a:gd name="T72" fmla="*/ 96 w 4711"/>
                <a:gd name="T73" fmla="*/ 454 h 1672"/>
                <a:gd name="T74" fmla="*/ 1088 w 4711"/>
                <a:gd name="T75" fmla="*/ 445 h 1672"/>
                <a:gd name="T76" fmla="*/ 1166 w 4711"/>
                <a:gd name="T77" fmla="*/ 429 h 1672"/>
                <a:gd name="T78" fmla="*/ 1149 w 4711"/>
                <a:gd name="T79" fmla="*/ 400 h 1672"/>
                <a:gd name="T80" fmla="*/ 2694 w 4711"/>
                <a:gd name="T81" fmla="*/ 262 h 1672"/>
                <a:gd name="T82" fmla="*/ 2256 w 4711"/>
                <a:gd name="T83" fmla="*/ 181 h 1672"/>
                <a:gd name="T84" fmla="*/ 2353 w 4711"/>
                <a:gd name="T85" fmla="*/ 119 h 1672"/>
                <a:gd name="T86" fmla="*/ 4183 w 4711"/>
                <a:gd name="T87" fmla="*/ 162 h 1672"/>
                <a:gd name="T88" fmla="*/ 4046 w 4711"/>
                <a:gd name="T89" fmla="*/ 288 h 1672"/>
                <a:gd name="T90" fmla="*/ 4128 w 4711"/>
                <a:gd name="T91" fmla="*/ 225 h 1672"/>
                <a:gd name="T92" fmla="*/ 2400 w 4711"/>
                <a:gd name="T93" fmla="*/ 78 h 1672"/>
                <a:gd name="T94" fmla="*/ 2425 w 4711"/>
                <a:gd name="T95" fmla="*/ 227 h 1672"/>
                <a:gd name="T96" fmla="*/ 2247 w 4711"/>
                <a:gd name="T97" fmla="*/ 148 h 1672"/>
                <a:gd name="T98" fmla="*/ 2167 w 4711"/>
                <a:gd name="T99" fmla="*/ 232 h 1672"/>
                <a:gd name="T100" fmla="*/ 2489 w 4711"/>
                <a:gd name="T101" fmla="*/ 332 h 1672"/>
                <a:gd name="T102" fmla="*/ 2720 w 4711"/>
                <a:gd name="T103" fmla="*/ 234 h 1672"/>
                <a:gd name="T104" fmla="*/ 2577 w 4711"/>
                <a:gd name="T105" fmla="*/ 157 h 1672"/>
                <a:gd name="T106" fmla="*/ 2533 w 4711"/>
                <a:gd name="T107" fmla="*/ 232 h 1672"/>
                <a:gd name="T108" fmla="*/ 1210 w 4711"/>
                <a:gd name="T109" fmla="*/ 78 h 1672"/>
                <a:gd name="T110" fmla="*/ 2798 w 4711"/>
                <a:gd name="T111" fmla="*/ 145 h 1672"/>
                <a:gd name="T112" fmla="*/ 2903 w 4711"/>
                <a:gd name="T113" fmla="*/ 147 h 1672"/>
                <a:gd name="T114" fmla="*/ 2943 w 4711"/>
                <a:gd name="T115" fmla="*/ 127 h 1672"/>
                <a:gd name="T116" fmla="*/ 1393 w 4711"/>
                <a:gd name="T117" fmla="*/ 66 h 1672"/>
                <a:gd name="T118" fmla="*/ 1028 w 4711"/>
                <a:gd name="T119" fmla="*/ 126 h 1672"/>
                <a:gd name="T120" fmla="*/ 1194 w 4711"/>
                <a:gd name="T121" fmla="*/ 89 h 1672"/>
                <a:gd name="T122" fmla="*/ 1076 w 4711"/>
                <a:gd name="T123" fmla="*/ 54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11" h="1672">
                  <a:moveTo>
                    <a:pt x="1290" y="1620"/>
                  </a:moveTo>
                  <a:lnTo>
                    <a:pt x="1304" y="1628"/>
                  </a:lnTo>
                  <a:lnTo>
                    <a:pt x="1318" y="1641"/>
                  </a:lnTo>
                  <a:lnTo>
                    <a:pt x="1332" y="1653"/>
                  </a:lnTo>
                  <a:lnTo>
                    <a:pt x="1348" y="1662"/>
                  </a:lnTo>
                  <a:lnTo>
                    <a:pt x="1348" y="1670"/>
                  </a:lnTo>
                  <a:lnTo>
                    <a:pt x="1339" y="1670"/>
                  </a:lnTo>
                  <a:lnTo>
                    <a:pt x="1330" y="1672"/>
                  </a:lnTo>
                  <a:lnTo>
                    <a:pt x="1316" y="1672"/>
                  </a:lnTo>
                  <a:lnTo>
                    <a:pt x="1304" y="1669"/>
                  </a:lnTo>
                  <a:lnTo>
                    <a:pt x="1297" y="1667"/>
                  </a:lnTo>
                  <a:lnTo>
                    <a:pt x="1294" y="1653"/>
                  </a:lnTo>
                  <a:lnTo>
                    <a:pt x="1290" y="1635"/>
                  </a:lnTo>
                  <a:lnTo>
                    <a:pt x="1290" y="1620"/>
                  </a:lnTo>
                  <a:close/>
                  <a:moveTo>
                    <a:pt x="1402" y="1590"/>
                  </a:moveTo>
                  <a:lnTo>
                    <a:pt x="1416" y="1593"/>
                  </a:lnTo>
                  <a:lnTo>
                    <a:pt x="1432" y="1599"/>
                  </a:lnTo>
                  <a:lnTo>
                    <a:pt x="1444" y="1604"/>
                  </a:lnTo>
                  <a:lnTo>
                    <a:pt x="1440" y="1604"/>
                  </a:lnTo>
                  <a:lnTo>
                    <a:pt x="1428" y="1611"/>
                  </a:lnTo>
                  <a:lnTo>
                    <a:pt x="1416" y="1616"/>
                  </a:lnTo>
                  <a:lnTo>
                    <a:pt x="1402" y="1620"/>
                  </a:lnTo>
                  <a:lnTo>
                    <a:pt x="1402" y="1613"/>
                  </a:lnTo>
                  <a:lnTo>
                    <a:pt x="1404" y="1611"/>
                  </a:lnTo>
                  <a:lnTo>
                    <a:pt x="1407" y="1609"/>
                  </a:lnTo>
                  <a:lnTo>
                    <a:pt x="1409" y="1607"/>
                  </a:lnTo>
                  <a:lnTo>
                    <a:pt x="1409" y="1606"/>
                  </a:lnTo>
                  <a:lnTo>
                    <a:pt x="1411" y="1604"/>
                  </a:lnTo>
                  <a:lnTo>
                    <a:pt x="1412" y="1600"/>
                  </a:lnTo>
                  <a:lnTo>
                    <a:pt x="1409" y="1600"/>
                  </a:lnTo>
                  <a:lnTo>
                    <a:pt x="1400" y="1609"/>
                  </a:lnTo>
                  <a:lnTo>
                    <a:pt x="1392" y="1614"/>
                  </a:lnTo>
                  <a:lnTo>
                    <a:pt x="1383" y="1616"/>
                  </a:lnTo>
                  <a:lnTo>
                    <a:pt x="1371" y="1620"/>
                  </a:lnTo>
                  <a:lnTo>
                    <a:pt x="1371" y="1604"/>
                  </a:lnTo>
                  <a:lnTo>
                    <a:pt x="1381" y="1600"/>
                  </a:lnTo>
                  <a:lnTo>
                    <a:pt x="1392" y="1595"/>
                  </a:lnTo>
                  <a:lnTo>
                    <a:pt x="1402" y="1590"/>
                  </a:lnTo>
                  <a:close/>
                  <a:moveTo>
                    <a:pt x="1374" y="1393"/>
                  </a:moveTo>
                  <a:lnTo>
                    <a:pt x="1378" y="1396"/>
                  </a:lnTo>
                  <a:lnTo>
                    <a:pt x="1381" y="1398"/>
                  </a:lnTo>
                  <a:lnTo>
                    <a:pt x="1383" y="1400"/>
                  </a:lnTo>
                  <a:lnTo>
                    <a:pt x="1385" y="1403"/>
                  </a:lnTo>
                  <a:lnTo>
                    <a:pt x="1385" y="1407"/>
                  </a:lnTo>
                  <a:lnTo>
                    <a:pt x="1386" y="1412"/>
                  </a:lnTo>
                  <a:lnTo>
                    <a:pt x="1378" y="1412"/>
                  </a:lnTo>
                  <a:lnTo>
                    <a:pt x="1376" y="1408"/>
                  </a:lnTo>
                  <a:lnTo>
                    <a:pt x="1374" y="1405"/>
                  </a:lnTo>
                  <a:lnTo>
                    <a:pt x="1374" y="1403"/>
                  </a:lnTo>
                  <a:lnTo>
                    <a:pt x="1372" y="1401"/>
                  </a:lnTo>
                  <a:lnTo>
                    <a:pt x="1374" y="1398"/>
                  </a:lnTo>
                  <a:lnTo>
                    <a:pt x="1374" y="1393"/>
                  </a:lnTo>
                  <a:close/>
                  <a:moveTo>
                    <a:pt x="4289" y="1370"/>
                  </a:moveTo>
                  <a:lnTo>
                    <a:pt x="4294" y="1384"/>
                  </a:lnTo>
                  <a:lnTo>
                    <a:pt x="4296" y="1400"/>
                  </a:lnTo>
                  <a:lnTo>
                    <a:pt x="4292" y="1415"/>
                  </a:lnTo>
                  <a:lnTo>
                    <a:pt x="4284" y="1424"/>
                  </a:lnTo>
                  <a:lnTo>
                    <a:pt x="4275" y="1429"/>
                  </a:lnTo>
                  <a:lnTo>
                    <a:pt x="4263" y="1435"/>
                  </a:lnTo>
                  <a:lnTo>
                    <a:pt x="4258" y="1414"/>
                  </a:lnTo>
                  <a:lnTo>
                    <a:pt x="4251" y="1393"/>
                  </a:lnTo>
                  <a:lnTo>
                    <a:pt x="4244" y="1374"/>
                  </a:lnTo>
                  <a:lnTo>
                    <a:pt x="4258" y="1374"/>
                  </a:lnTo>
                  <a:lnTo>
                    <a:pt x="4270" y="1381"/>
                  </a:lnTo>
                  <a:lnTo>
                    <a:pt x="4280" y="1379"/>
                  </a:lnTo>
                  <a:lnTo>
                    <a:pt x="4289" y="1370"/>
                  </a:lnTo>
                  <a:close/>
                  <a:moveTo>
                    <a:pt x="4577" y="1367"/>
                  </a:moveTo>
                  <a:lnTo>
                    <a:pt x="4580" y="1368"/>
                  </a:lnTo>
                  <a:lnTo>
                    <a:pt x="4584" y="1370"/>
                  </a:lnTo>
                  <a:lnTo>
                    <a:pt x="4586" y="1372"/>
                  </a:lnTo>
                  <a:lnTo>
                    <a:pt x="4587" y="1374"/>
                  </a:lnTo>
                  <a:lnTo>
                    <a:pt x="4589" y="1375"/>
                  </a:lnTo>
                  <a:lnTo>
                    <a:pt x="4593" y="1379"/>
                  </a:lnTo>
                  <a:lnTo>
                    <a:pt x="4593" y="1377"/>
                  </a:lnTo>
                  <a:lnTo>
                    <a:pt x="4594" y="1375"/>
                  </a:lnTo>
                  <a:lnTo>
                    <a:pt x="4596" y="1372"/>
                  </a:lnTo>
                  <a:lnTo>
                    <a:pt x="4596" y="1370"/>
                  </a:lnTo>
                  <a:lnTo>
                    <a:pt x="4598" y="1370"/>
                  </a:lnTo>
                  <a:lnTo>
                    <a:pt x="4600" y="1370"/>
                  </a:lnTo>
                  <a:lnTo>
                    <a:pt x="4600" y="1374"/>
                  </a:lnTo>
                  <a:lnTo>
                    <a:pt x="4601" y="1377"/>
                  </a:lnTo>
                  <a:lnTo>
                    <a:pt x="4603" y="1382"/>
                  </a:lnTo>
                  <a:lnTo>
                    <a:pt x="4603" y="1388"/>
                  </a:lnTo>
                  <a:lnTo>
                    <a:pt x="4603" y="1393"/>
                  </a:lnTo>
                  <a:lnTo>
                    <a:pt x="4591" y="1407"/>
                  </a:lnTo>
                  <a:lnTo>
                    <a:pt x="4580" y="1424"/>
                  </a:lnTo>
                  <a:lnTo>
                    <a:pt x="4584" y="1435"/>
                  </a:lnTo>
                  <a:lnTo>
                    <a:pt x="4582" y="1438"/>
                  </a:lnTo>
                  <a:lnTo>
                    <a:pt x="4577" y="1442"/>
                  </a:lnTo>
                  <a:lnTo>
                    <a:pt x="4572" y="1443"/>
                  </a:lnTo>
                  <a:lnTo>
                    <a:pt x="4567" y="1445"/>
                  </a:lnTo>
                  <a:lnTo>
                    <a:pt x="4561" y="1449"/>
                  </a:lnTo>
                  <a:lnTo>
                    <a:pt x="4558" y="1450"/>
                  </a:lnTo>
                  <a:lnTo>
                    <a:pt x="4554" y="1456"/>
                  </a:lnTo>
                  <a:lnTo>
                    <a:pt x="4554" y="1461"/>
                  </a:lnTo>
                  <a:lnTo>
                    <a:pt x="4553" y="1466"/>
                  </a:lnTo>
                  <a:lnTo>
                    <a:pt x="4553" y="1471"/>
                  </a:lnTo>
                  <a:lnTo>
                    <a:pt x="4551" y="1478"/>
                  </a:lnTo>
                  <a:lnTo>
                    <a:pt x="4547" y="1482"/>
                  </a:lnTo>
                  <a:lnTo>
                    <a:pt x="4542" y="1485"/>
                  </a:lnTo>
                  <a:lnTo>
                    <a:pt x="4537" y="1489"/>
                  </a:lnTo>
                  <a:lnTo>
                    <a:pt x="4532" y="1492"/>
                  </a:lnTo>
                  <a:lnTo>
                    <a:pt x="4526" y="1497"/>
                  </a:lnTo>
                  <a:lnTo>
                    <a:pt x="4519" y="1497"/>
                  </a:lnTo>
                  <a:lnTo>
                    <a:pt x="4511" y="1491"/>
                  </a:lnTo>
                  <a:lnTo>
                    <a:pt x="4502" y="1485"/>
                  </a:lnTo>
                  <a:lnTo>
                    <a:pt x="4495" y="1480"/>
                  </a:lnTo>
                  <a:lnTo>
                    <a:pt x="4488" y="1470"/>
                  </a:lnTo>
                  <a:lnTo>
                    <a:pt x="4493" y="1466"/>
                  </a:lnTo>
                  <a:lnTo>
                    <a:pt x="4495" y="1461"/>
                  </a:lnTo>
                  <a:lnTo>
                    <a:pt x="4497" y="1457"/>
                  </a:lnTo>
                  <a:lnTo>
                    <a:pt x="4498" y="1452"/>
                  </a:lnTo>
                  <a:lnTo>
                    <a:pt x="4500" y="1447"/>
                  </a:lnTo>
                  <a:lnTo>
                    <a:pt x="4504" y="1443"/>
                  </a:lnTo>
                  <a:lnTo>
                    <a:pt x="4514" y="1440"/>
                  </a:lnTo>
                  <a:lnTo>
                    <a:pt x="4525" y="1438"/>
                  </a:lnTo>
                  <a:lnTo>
                    <a:pt x="4535" y="1435"/>
                  </a:lnTo>
                  <a:lnTo>
                    <a:pt x="4540" y="1429"/>
                  </a:lnTo>
                  <a:lnTo>
                    <a:pt x="4549" y="1417"/>
                  </a:lnTo>
                  <a:lnTo>
                    <a:pt x="4556" y="1403"/>
                  </a:lnTo>
                  <a:lnTo>
                    <a:pt x="4565" y="1389"/>
                  </a:lnTo>
                  <a:lnTo>
                    <a:pt x="4572" y="1375"/>
                  </a:lnTo>
                  <a:lnTo>
                    <a:pt x="4577" y="1367"/>
                  </a:lnTo>
                  <a:close/>
                  <a:moveTo>
                    <a:pt x="4570" y="1239"/>
                  </a:moveTo>
                  <a:lnTo>
                    <a:pt x="4577" y="1239"/>
                  </a:lnTo>
                  <a:lnTo>
                    <a:pt x="4593" y="1255"/>
                  </a:lnTo>
                  <a:lnTo>
                    <a:pt x="4607" y="1269"/>
                  </a:lnTo>
                  <a:lnTo>
                    <a:pt x="4621" y="1285"/>
                  </a:lnTo>
                  <a:lnTo>
                    <a:pt x="4631" y="1305"/>
                  </a:lnTo>
                  <a:lnTo>
                    <a:pt x="4636" y="1305"/>
                  </a:lnTo>
                  <a:lnTo>
                    <a:pt x="4642" y="1305"/>
                  </a:lnTo>
                  <a:lnTo>
                    <a:pt x="4645" y="1305"/>
                  </a:lnTo>
                  <a:lnTo>
                    <a:pt x="4647" y="1305"/>
                  </a:lnTo>
                  <a:lnTo>
                    <a:pt x="4650" y="1305"/>
                  </a:lnTo>
                  <a:lnTo>
                    <a:pt x="4654" y="1302"/>
                  </a:lnTo>
                  <a:lnTo>
                    <a:pt x="4656" y="1299"/>
                  </a:lnTo>
                  <a:lnTo>
                    <a:pt x="4657" y="1293"/>
                  </a:lnTo>
                  <a:lnTo>
                    <a:pt x="4661" y="1293"/>
                  </a:lnTo>
                  <a:lnTo>
                    <a:pt x="4661" y="1316"/>
                  </a:lnTo>
                  <a:lnTo>
                    <a:pt x="4659" y="1321"/>
                  </a:lnTo>
                  <a:lnTo>
                    <a:pt x="4657" y="1326"/>
                  </a:lnTo>
                  <a:lnTo>
                    <a:pt x="4656" y="1332"/>
                  </a:lnTo>
                  <a:lnTo>
                    <a:pt x="4654" y="1335"/>
                  </a:lnTo>
                  <a:lnTo>
                    <a:pt x="4642" y="1335"/>
                  </a:lnTo>
                  <a:lnTo>
                    <a:pt x="4642" y="1347"/>
                  </a:lnTo>
                  <a:lnTo>
                    <a:pt x="4631" y="1358"/>
                  </a:lnTo>
                  <a:lnTo>
                    <a:pt x="4622" y="1368"/>
                  </a:lnTo>
                  <a:lnTo>
                    <a:pt x="4612" y="1379"/>
                  </a:lnTo>
                  <a:lnTo>
                    <a:pt x="4612" y="1374"/>
                  </a:lnTo>
                  <a:lnTo>
                    <a:pt x="4610" y="1370"/>
                  </a:lnTo>
                  <a:lnTo>
                    <a:pt x="4610" y="1367"/>
                  </a:lnTo>
                  <a:lnTo>
                    <a:pt x="4610" y="1361"/>
                  </a:lnTo>
                  <a:lnTo>
                    <a:pt x="4612" y="1358"/>
                  </a:lnTo>
                  <a:lnTo>
                    <a:pt x="4612" y="1354"/>
                  </a:lnTo>
                  <a:lnTo>
                    <a:pt x="4612" y="1351"/>
                  </a:lnTo>
                  <a:lnTo>
                    <a:pt x="4610" y="1349"/>
                  </a:lnTo>
                  <a:lnTo>
                    <a:pt x="4607" y="1347"/>
                  </a:lnTo>
                  <a:lnTo>
                    <a:pt x="4603" y="1346"/>
                  </a:lnTo>
                  <a:lnTo>
                    <a:pt x="4600" y="1344"/>
                  </a:lnTo>
                  <a:lnTo>
                    <a:pt x="4596" y="1342"/>
                  </a:lnTo>
                  <a:lnTo>
                    <a:pt x="4593" y="1340"/>
                  </a:lnTo>
                  <a:lnTo>
                    <a:pt x="4591" y="1339"/>
                  </a:lnTo>
                  <a:lnTo>
                    <a:pt x="4591" y="1337"/>
                  </a:lnTo>
                  <a:lnTo>
                    <a:pt x="4593" y="1335"/>
                  </a:lnTo>
                  <a:lnTo>
                    <a:pt x="4596" y="1330"/>
                  </a:lnTo>
                  <a:lnTo>
                    <a:pt x="4601" y="1326"/>
                  </a:lnTo>
                  <a:lnTo>
                    <a:pt x="4607" y="1321"/>
                  </a:lnTo>
                  <a:lnTo>
                    <a:pt x="4612" y="1316"/>
                  </a:lnTo>
                  <a:lnTo>
                    <a:pt x="4605" y="1309"/>
                  </a:lnTo>
                  <a:lnTo>
                    <a:pt x="4598" y="1297"/>
                  </a:lnTo>
                  <a:lnTo>
                    <a:pt x="4587" y="1279"/>
                  </a:lnTo>
                  <a:lnTo>
                    <a:pt x="4579" y="1264"/>
                  </a:lnTo>
                  <a:lnTo>
                    <a:pt x="4574" y="1250"/>
                  </a:lnTo>
                  <a:lnTo>
                    <a:pt x="4570" y="1239"/>
                  </a:lnTo>
                  <a:close/>
                  <a:moveTo>
                    <a:pt x="4507" y="1056"/>
                  </a:moveTo>
                  <a:lnTo>
                    <a:pt x="4516" y="1056"/>
                  </a:lnTo>
                  <a:lnTo>
                    <a:pt x="4532" y="1068"/>
                  </a:lnTo>
                  <a:lnTo>
                    <a:pt x="4551" y="1079"/>
                  </a:lnTo>
                  <a:lnTo>
                    <a:pt x="4551" y="1089"/>
                  </a:lnTo>
                  <a:lnTo>
                    <a:pt x="4539" y="1089"/>
                  </a:lnTo>
                  <a:lnTo>
                    <a:pt x="4530" y="1082"/>
                  </a:lnTo>
                  <a:lnTo>
                    <a:pt x="4521" y="1075"/>
                  </a:lnTo>
                  <a:lnTo>
                    <a:pt x="4514" y="1066"/>
                  </a:lnTo>
                  <a:lnTo>
                    <a:pt x="4507" y="1056"/>
                  </a:lnTo>
                  <a:close/>
                  <a:moveTo>
                    <a:pt x="4692" y="995"/>
                  </a:moveTo>
                  <a:lnTo>
                    <a:pt x="4696" y="995"/>
                  </a:lnTo>
                  <a:lnTo>
                    <a:pt x="4699" y="997"/>
                  </a:lnTo>
                  <a:lnTo>
                    <a:pt x="4699" y="997"/>
                  </a:lnTo>
                  <a:lnTo>
                    <a:pt x="4701" y="998"/>
                  </a:lnTo>
                  <a:lnTo>
                    <a:pt x="4701" y="1000"/>
                  </a:lnTo>
                  <a:lnTo>
                    <a:pt x="4703" y="1002"/>
                  </a:lnTo>
                  <a:lnTo>
                    <a:pt x="4704" y="1005"/>
                  </a:lnTo>
                  <a:lnTo>
                    <a:pt x="4708" y="1011"/>
                  </a:lnTo>
                  <a:lnTo>
                    <a:pt x="4710" y="1017"/>
                  </a:lnTo>
                  <a:lnTo>
                    <a:pt x="4711" y="1024"/>
                  </a:lnTo>
                  <a:lnTo>
                    <a:pt x="4704" y="1024"/>
                  </a:lnTo>
                  <a:lnTo>
                    <a:pt x="4704" y="1017"/>
                  </a:lnTo>
                  <a:lnTo>
                    <a:pt x="4699" y="1014"/>
                  </a:lnTo>
                  <a:lnTo>
                    <a:pt x="4697" y="1009"/>
                  </a:lnTo>
                  <a:lnTo>
                    <a:pt x="4696" y="1005"/>
                  </a:lnTo>
                  <a:lnTo>
                    <a:pt x="4694" y="1000"/>
                  </a:lnTo>
                  <a:lnTo>
                    <a:pt x="4692" y="995"/>
                  </a:lnTo>
                  <a:close/>
                  <a:moveTo>
                    <a:pt x="4532" y="974"/>
                  </a:moveTo>
                  <a:lnTo>
                    <a:pt x="4535" y="974"/>
                  </a:lnTo>
                  <a:lnTo>
                    <a:pt x="4537" y="976"/>
                  </a:lnTo>
                  <a:lnTo>
                    <a:pt x="4537" y="977"/>
                  </a:lnTo>
                  <a:lnTo>
                    <a:pt x="4539" y="977"/>
                  </a:lnTo>
                  <a:lnTo>
                    <a:pt x="4540" y="977"/>
                  </a:lnTo>
                  <a:lnTo>
                    <a:pt x="4542" y="979"/>
                  </a:lnTo>
                  <a:lnTo>
                    <a:pt x="4544" y="984"/>
                  </a:lnTo>
                  <a:lnTo>
                    <a:pt x="4544" y="990"/>
                  </a:lnTo>
                  <a:lnTo>
                    <a:pt x="4546" y="993"/>
                  </a:lnTo>
                  <a:lnTo>
                    <a:pt x="4547" y="997"/>
                  </a:lnTo>
                  <a:lnTo>
                    <a:pt x="4549" y="1000"/>
                  </a:lnTo>
                  <a:lnTo>
                    <a:pt x="4551" y="1005"/>
                  </a:lnTo>
                  <a:lnTo>
                    <a:pt x="4539" y="1005"/>
                  </a:lnTo>
                  <a:lnTo>
                    <a:pt x="4537" y="997"/>
                  </a:lnTo>
                  <a:lnTo>
                    <a:pt x="4533" y="991"/>
                  </a:lnTo>
                  <a:lnTo>
                    <a:pt x="4532" y="984"/>
                  </a:lnTo>
                  <a:lnTo>
                    <a:pt x="4532" y="974"/>
                  </a:lnTo>
                  <a:close/>
                  <a:moveTo>
                    <a:pt x="2907" y="967"/>
                  </a:moveTo>
                  <a:lnTo>
                    <a:pt x="2907" y="974"/>
                  </a:lnTo>
                  <a:lnTo>
                    <a:pt x="2915" y="993"/>
                  </a:lnTo>
                  <a:lnTo>
                    <a:pt x="2915" y="1014"/>
                  </a:lnTo>
                  <a:lnTo>
                    <a:pt x="2910" y="1033"/>
                  </a:lnTo>
                  <a:lnTo>
                    <a:pt x="2901" y="1052"/>
                  </a:lnTo>
                  <a:lnTo>
                    <a:pt x="2891" y="1070"/>
                  </a:lnTo>
                  <a:lnTo>
                    <a:pt x="2882" y="1087"/>
                  </a:lnTo>
                  <a:lnTo>
                    <a:pt x="2875" y="1101"/>
                  </a:lnTo>
                  <a:lnTo>
                    <a:pt x="2872" y="1119"/>
                  </a:lnTo>
                  <a:lnTo>
                    <a:pt x="2870" y="1134"/>
                  </a:lnTo>
                  <a:lnTo>
                    <a:pt x="2868" y="1147"/>
                  </a:lnTo>
                  <a:lnTo>
                    <a:pt x="2861" y="1157"/>
                  </a:lnTo>
                  <a:lnTo>
                    <a:pt x="2849" y="1166"/>
                  </a:lnTo>
                  <a:lnTo>
                    <a:pt x="2849" y="1162"/>
                  </a:lnTo>
                  <a:lnTo>
                    <a:pt x="2842" y="1161"/>
                  </a:lnTo>
                  <a:lnTo>
                    <a:pt x="2837" y="1159"/>
                  </a:lnTo>
                  <a:lnTo>
                    <a:pt x="2832" y="1155"/>
                  </a:lnTo>
                  <a:lnTo>
                    <a:pt x="2828" y="1150"/>
                  </a:lnTo>
                  <a:lnTo>
                    <a:pt x="2826" y="1143"/>
                  </a:lnTo>
                  <a:lnTo>
                    <a:pt x="2819" y="1129"/>
                  </a:lnTo>
                  <a:lnTo>
                    <a:pt x="2818" y="1115"/>
                  </a:lnTo>
                  <a:lnTo>
                    <a:pt x="2823" y="1103"/>
                  </a:lnTo>
                  <a:lnTo>
                    <a:pt x="2828" y="1089"/>
                  </a:lnTo>
                  <a:lnTo>
                    <a:pt x="2833" y="1075"/>
                  </a:lnTo>
                  <a:lnTo>
                    <a:pt x="2833" y="1066"/>
                  </a:lnTo>
                  <a:lnTo>
                    <a:pt x="2832" y="1052"/>
                  </a:lnTo>
                  <a:lnTo>
                    <a:pt x="2830" y="1038"/>
                  </a:lnTo>
                  <a:lnTo>
                    <a:pt x="2830" y="1024"/>
                  </a:lnTo>
                  <a:lnTo>
                    <a:pt x="2849" y="1024"/>
                  </a:lnTo>
                  <a:lnTo>
                    <a:pt x="2854" y="1016"/>
                  </a:lnTo>
                  <a:lnTo>
                    <a:pt x="2865" y="1005"/>
                  </a:lnTo>
                  <a:lnTo>
                    <a:pt x="2875" y="993"/>
                  </a:lnTo>
                  <a:lnTo>
                    <a:pt x="2887" y="981"/>
                  </a:lnTo>
                  <a:lnTo>
                    <a:pt x="2898" y="972"/>
                  </a:lnTo>
                  <a:lnTo>
                    <a:pt x="2907" y="967"/>
                  </a:lnTo>
                  <a:close/>
                  <a:moveTo>
                    <a:pt x="4455" y="913"/>
                  </a:moveTo>
                  <a:lnTo>
                    <a:pt x="4469" y="918"/>
                  </a:lnTo>
                  <a:lnTo>
                    <a:pt x="4469" y="925"/>
                  </a:lnTo>
                  <a:lnTo>
                    <a:pt x="4458" y="925"/>
                  </a:lnTo>
                  <a:lnTo>
                    <a:pt x="4458" y="921"/>
                  </a:lnTo>
                  <a:lnTo>
                    <a:pt x="4457" y="920"/>
                  </a:lnTo>
                  <a:lnTo>
                    <a:pt x="4457" y="918"/>
                  </a:lnTo>
                  <a:lnTo>
                    <a:pt x="4455" y="918"/>
                  </a:lnTo>
                  <a:lnTo>
                    <a:pt x="4455" y="916"/>
                  </a:lnTo>
                  <a:lnTo>
                    <a:pt x="4455" y="913"/>
                  </a:lnTo>
                  <a:close/>
                  <a:moveTo>
                    <a:pt x="4205" y="909"/>
                  </a:moveTo>
                  <a:lnTo>
                    <a:pt x="4209" y="909"/>
                  </a:lnTo>
                  <a:lnTo>
                    <a:pt x="4210" y="918"/>
                  </a:lnTo>
                  <a:lnTo>
                    <a:pt x="4212" y="930"/>
                  </a:lnTo>
                  <a:lnTo>
                    <a:pt x="4217" y="944"/>
                  </a:lnTo>
                  <a:lnTo>
                    <a:pt x="4221" y="956"/>
                  </a:lnTo>
                  <a:lnTo>
                    <a:pt x="4224" y="963"/>
                  </a:lnTo>
                  <a:lnTo>
                    <a:pt x="4226" y="965"/>
                  </a:lnTo>
                  <a:lnTo>
                    <a:pt x="4231" y="967"/>
                  </a:lnTo>
                  <a:lnTo>
                    <a:pt x="4235" y="967"/>
                  </a:lnTo>
                  <a:lnTo>
                    <a:pt x="4240" y="969"/>
                  </a:lnTo>
                  <a:lnTo>
                    <a:pt x="4244" y="969"/>
                  </a:lnTo>
                  <a:lnTo>
                    <a:pt x="4247" y="970"/>
                  </a:lnTo>
                  <a:lnTo>
                    <a:pt x="4247" y="976"/>
                  </a:lnTo>
                  <a:lnTo>
                    <a:pt x="4251" y="988"/>
                  </a:lnTo>
                  <a:lnTo>
                    <a:pt x="4254" y="1002"/>
                  </a:lnTo>
                  <a:lnTo>
                    <a:pt x="4259" y="1019"/>
                  </a:lnTo>
                  <a:lnTo>
                    <a:pt x="4263" y="1031"/>
                  </a:lnTo>
                  <a:lnTo>
                    <a:pt x="4266" y="1040"/>
                  </a:lnTo>
                  <a:lnTo>
                    <a:pt x="4275" y="1040"/>
                  </a:lnTo>
                  <a:lnTo>
                    <a:pt x="4280" y="1042"/>
                  </a:lnTo>
                  <a:lnTo>
                    <a:pt x="4286" y="1044"/>
                  </a:lnTo>
                  <a:lnTo>
                    <a:pt x="4289" y="1047"/>
                  </a:lnTo>
                  <a:lnTo>
                    <a:pt x="4292" y="1052"/>
                  </a:lnTo>
                  <a:lnTo>
                    <a:pt x="4301" y="1065"/>
                  </a:lnTo>
                  <a:lnTo>
                    <a:pt x="4305" y="1082"/>
                  </a:lnTo>
                  <a:lnTo>
                    <a:pt x="4324" y="1082"/>
                  </a:lnTo>
                  <a:lnTo>
                    <a:pt x="4331" y="1100"/>
                  </a:lnTo>
                  <a:lnTo>
                    <a:pt x="4341" y="1112"/>
                  </a:lnTo>
                  <a:lnTo>
                    <a:pt x="4350" y="1124"/>
                  </a:lnTo>
                  <a:lnTo>
                    <a:pt x="4359" y="1140"/>
                  </a:lnTo>
                  <a:lnTo>
                    <a:pt x="4362" y="1166"/>
                  </a:lnTo>
                  <a:lnTo>
                    <a:pt x="4361" y="1187"/>
                  </a:lnTo>
                  <a:lnTo>
                    <a:pt x="4355" y="1208"/>
                  </a:lnTo>
                  <a:lnTo>
                    <a:pt x="4347" y="1227"/>
                  </a:lnTo>
                  <a:lnTo>
                    <a:pt x="4338" y="1248"/>
                  </a:lnTo>
                  <a:lnTo>
                    <a:pt x="4327" y="1271"/>
                  </a:lnTo>
                  <a:lnTo>
                    <a:pt x="4324" y="1285"/>
                  </a:lnTo>
                  <a:lnTo>
                    <a:pt x="4319" y="1299"/>
                  </a:lnTo>
                  <a:lnTo>
                    <a:pt x="4315" y="1314"/>
                  </a:lnTo>
                  <a:lnTo>
                    <a:pt x="4310" y="1326"/>
                  </a:lnTo>
                  <a:lnTo>
                    <a:pt x="4301" y="1335"/>
                  </a:lnTo>
                  <a:lnTo>
                    <a:pt x="4291" y="1340"/>
                  </a:lnTo>
                  <a:lnTo>
                    <a:pt x="4279" y="1346"/>
                  </a:lnTo>
                  <a:lnTo>
                    <a:pt x="4266" y="1351"/>
                  </a:lnTo>
                  <a:lnTo>
                    <a:pt x="4258" y="1354"/>
                  </a:lnTo>
                  <a:lnTo>
                    <a:pt x="4247" y="1346"/>
                  </a:lnTo>
                  <a:lnTo>
                    <a:pt x="4235" y="1335"/>
                  </a:lnTo>
                  <a:lnTo>
                    <a:pt x="4226" y="1342"/>
                  </a:lnTo>
                  <a:lnTo>
                    <a:pt x="4216" y="1346"/>
                  </a:lnTo>
                  <a:lnTo>
                    <a:pt x="4203" y="1344"/>
                  </a:lnTo>
                  <a:lnTo>
                    <a:pt x="4190" y="1342"/>
                  </a:lnTo>
                  <a:lnTo>
                    <a:pt x="4174" y="1340"/>
                  </a:lnTo>
                  <a:lnTo>
                    <a:pt x="4167" y="1305"/>
                  </a:lnTo>
                  <a:lnTo>
                    <a:pt x="4162" y="1304"/>
                  </a:lnTo>
                  <a:lnTo>
                    <a:pt x="4156" y="1302"/>
                  </a:lnTo>
                  <a:lnTo>
                    <a:pt x="4151" y="1300"/>
                  </a:lnTo>
                  <a:lnTo>
                    <a:pt x="4148" y="1297"/>
                  </a:lnTo>
                  <a:lnTo>
                    <a:pt x="4144" y="1295"/>
                  </a:lnTo>
                  <a:lnTo>
                    <a:pt x="4142" y="1293"/>
                  </a:lnTo>
                  <a:lnTo>
                    <a:pt x="4142" y="1292"/>
                  </a:lnTo>
                  <a:lnTo>
                    <a:pt x="4144" y="1290"/>
                  </a:lnTo>
                  <a:lnTo>
                    <a:pt x="4144" y="1288"/>
                  </a:lnTo>
                  <a:lnTo>
                    <a:pt x="4144" y="1286"/>
                  </a:lnTo>
                  <a:lnTo>
                    <a:pt x="4142" y="1285"/>
                  </a:lnTo>
                  <a:lnTo>
                    <a:pt x="4141" y="1283"/>
                  </a:lnTo>
                  <a:lnTo>
                    <a:pt x="4135" y="1281"/>
                  </a:lnTo>
                  <a:lnTo>
                    <a:pt x="4134" y="1283"/>
                  </a:lnTo>
                  <a:lnTo>
                    <a:pt x="4134" y="1285"/>
                  </a:lnTo>
                  <a:lnTo>
                    <a:pt x="4134" y="1285"/>
                  </a:lnTo>
                  <a:lnTo>
                    <a:pt x="4132" y="1286"/>
                  </a:lnTo>
                  <a:lnTo>
                    <a:pt x="4130" y="1286"/>
                  </a:lnTo>
                  <a:lnTo>
                    <a:pt x="4128" y="1286"/>
                  </a:lnTo>
                  <a:lnTo>
                    <a:pt x="4128" y="1281"/>
                  </a:lnTo>
                  <a:lnTo>
                    <a:pt x="4123" y="1281"/>
                  </a:lnTo>
                  <a:lnTo>
                    <a:pt x="4123" y="1278"/>
                  </a:lnTo>
                  <a:lnTo>
                    <a:pt x="4130" y="1274"/>
                  </a:lnTo>
                  <a:lnTo>
                    <a:pt x="4135" y="1269"/>
                  </a:lnTo>
                  <a:lnTo>
                    <a:pt x="4139" y="1264"/>
                  </a:lnTo>
                  <a:lnTo>
                    <a:pt x="4135" y="1264"/>
                  </a:lnTo>
                  <a:lnTo>
                    <a:pt x="4135" y="1258"/>
                  </a:lnTo>
                  <a:lnTo>
                    <a:pt x="4127" y="1267"/>
                  </a:lnTo>
                  <a:lnTo>
                    <a:pt x="4118" y="1272"/>
                  </a:lnTo>
                  <a:lnTo>
                    <a:pt x="4104" y="1278"/>
                  </a:lnTo>
                  <a:lnTo>
                    <a:pt x="4099" y="1267"/>
                  </a:lnTo>
                  <a:lnTo>
                    <a:pt x="4092" y="1257"/>
                  </a:lnTo>
                  <a:lnTo>
                    <a:pt x="4083" y="1248"/>
                  </a:lnTo>
                  <a:lnTo>
                    <a:pt x="4071" y="1241"/>
                  </a:lnTo>
                  <a:lnTo>
                    <a:pt x="4055" y="1239"/>
                  </a:lnTo>
                  <a:lnTo>
                    <a:pt x="4045" y="1236"/>
                  </a:lnTo>
                  <a:lnTo>
                    <a:pt x="4031" y="1234"/>
                  </a:lnTo>
                  <a:lnTo>
                    <a:pt x="4011" y="1236"/>
                  </a:lnTo>
                  <a:lnTo>
                    <a:pt x="3992" y="1237"/>
                  </a:lnTo>
                  <a:lnTo>
                    <a:pt x="3973" y="1241"/>
                  </a:lnTo>
                  <a:lnTo>
                    <a:pt x="3956" y="1244"/>
                  </a:lnTo>
                  <a:lnTo>
                    <a:pt x="3943" y="1248"/>
                  </a:lnTo>
                  <a:lnTo>
                    <a:pt x="3936" y="1271"/>
                  </a:lnTo>
                  <a:lnTo>
                    <a:pt x="3919" y="1271"/>
                  </a:lnTo>
                  <a:lnTo>
                    <a:pt x="3903" y="1269"/>
                  </a:lnTo>
                  <a:lnTo>
                    <a:pt x="3886" y="1271"/>
                  </a:lnTo>
                  <a:lnTo>
                    <a:pt x="3874" y="1274"/>
                  </a:lnTo>
                  <a:lnTo>
                    <a:pt x="3861" y="1279"/>
                  </a:lnTo>
                  <a:lnTo>
                    <a:pt x="3851" y="1285"/>
                  </a:lnTo>
                  <a:lnTo>
                    <a:pt x="3839" y="1286"/>
                  </a:lnTo>
                  <a:lnTo>
                    <a:pt x="3825" y="1286"/>
                  </a:lnTo>
                  <a:lnTo>
                    <a:pt x="3821" y="1279"/>
                  </a:lnTo>
                  <a:lnTo>
                    <a:pt x="3818" y="1274"/>
                  </a:lnTo>
                  <a:lnTo>
                    <a:pt x="3812" y="1269"/>
                  </a:lnTo>
                  <a:lnTo>
                    <a:pt x="3809" y="1264"/>
                  </a:lnTo>
                  <a:lnTo>
                    <a:pt x="3818" y="1251"/>
                  </a:lnTo>
                  <a:lnTo>
                    <a:pt x="3819" y="1236"/>
                  </a:lnTo>
                  <a:lnTo>
                    <a:pt x="3818" y="1218"/>
                  </a:lnTo>
                  <a:lnTo>
                    <a:pt x="3811" y="1201"/>
                  </a:lnTo>
                  <a:lnTo>
                    <a:pt x="3804" y="1182"/>
                  </a:lnTo>
                  <a:lnTo>
                    <a:pt x="3795" y="1164"/>
                  </a:lnTo>
                  <a:lnTo>
                    <a:pt x="3790" y="1148"/>
                  </a:lnTo>
                  <a:lnTo>
                    <a:pt x="3786" y="1136"/>
                  </a:lnTo>
                  <a:lnTo>
                    <a:pt x="3790" y="1136"/>
                  </a:lnTo>
                  <a:lnTo>
                    <a:pt x="3793" y="1138"/>
                  </a:lnTo>
                  <a:lnTo>
                    <a:pt x="3795" y="1138"/>
                  </a:lnTo>
                  <a:lnTo>
                    <a:pt x="3797" y="1140"/>
                  </a:lnTo>
                  <a:lnTo>
                    <a:pt x="3797" y="1140"/>
                  </a:lnTo>
                  <a:lnTo>
                    <a:pt x="3799" y="1138"/>
                  </a:lnTo>
                  <a:lnTo>
                    <a:pt x="3800" y="1136"/>
                  </a:lnTo>
                  <a:lnTo>
                    <a:pt x="3802" y="1133"/>
                  </a:lnTo>
                  <a:lnTo>
                    <a:pt x="3793" y="1124"/>
                  </a:lnTo>
                  <a:lnTo>
                    <a:pt x="3790" y="1113"/>
                  </a:lnTo>
                  <a:lnTo>
                    <a:pt x="3786" y="1101"/>
                  </a:lnTo>
                  <a:lnTo>
                    <a:pt x="3795" y="1091"/>
                  </a:lnTo>
                  <a:lnTo>
                    <a:pt x="3802" y="1080"/>
                  </a:lnTo>
                  <a:lnTo>
                    <a:pt x="3809" y="1070"/>
                  </a:lnTo>
                  <a:lnTo>
                    <a:pt x="3819" y="1061"/>
                  </a:lnTo>
                  <a:lnTo>
                    <a:pt x="3832" y="1056"/>
                  </a:lnTo>
                  <a:lnTo>
                    <a:pt x="3840" y="1056"/>
                  </a:lnTo>
                  <a:lnTo>
                    <a:pt x="3854" y="1054"/>
                  </a:lnTo>
                  <a:lnTo>
                    <a:pt x="3872" y="1051"/>
                  </a:lnTo>
                  <a:lnTo>
                    <a:pt x="3888" y="1047"/>
                  </a:lnTo>
                  <a:lnTo>
                    <a:pt x="3902" y="1044"/>
                  </a:lnTo>
                  <a:lnTo>
                    <a:pt x="3907" y="1031"/>
                  </a:lnTo>
                  <a:lnTo>
                    <a:pt x="3915" y="1017"/>
                  </a:lnTo>
                  <a:lnTo>
                    <a:pt x="3926" y="1007"/>
                  </a:lnTo>
                  <a:lnTo>
                    <a:pt x="3940" y="1002"/>
                  </a:lnTo>
                  <a:lnTo>
                    <a:pt x="3940" y="990"/>
                  </a:lnTo>
                  <a:lnTo>
                    <a:pt x="3947" y="986"/>
                  </a:lnTo>
                  <a:lnTo>
                    <a:pt x="3956" y="977"/>
                  </a:lnTo>
                  <a:lnTo>
                    <a:pt x="3966" y="969"/>
                  </a:lnTo>
                  <a:lnTo>
                    <a:pt x="3977" y="962"/>
                  </a:lnTo>
                  <a:lnTo>
                    <a:pt x="3987" y="956"/>
                  </a:lnTo>
                  <a:lnTo>
                    <a:pt x="3994" y="960"/>
                  </a:lnTo>
                  <a:lnTo>
                    <a:pt x="3996" y="962"/>
                  </a:lnTo>
                  <a:lnTo>
                    <a:pt x="3996" y="965"/>
                  </a:lnTo>
                  <a:lnTo>
                    <a:pt x="3996" y="969"/>
                  </a:lnTo>
                  <a:lnTo>
                    <a:pt x="3998" y="974"/>
                  </a:lnTo>
                  <a:lnTo>
                    <a:pt x="4003" y="976"/>
                  </a:lnTo>
                  <a:lnTo>
                    <a:pt x="4008" y="976"/>
                  </a:lnTo>
                  <a:lnTo>
                    <a:pt x="4011" y="977"/>
                  </a:lnTo>
                  <a:lnTo>
                    <a:pt x="4017" y="979"/>
                  </a:lnTo>
                  <a:lnTo>
                    <a:pt x="4020" y="963"/>
                  </a:lnTo>
                  <a:lnTo>
                    <a:pt x="4025" y="955"/>
                  </a:lnTo>
                  <a:lnTo>
                    <a:pt x="4032" y="949"/>
                  </a:lnTo>
                  <a:lnTo>
                    <a:pt x="4041" y="944"/>
                  </a:lnTo>
                  <a:lnTo>
                    <a:pt x="4050" y="941"/>
                  </a:lnTo>
                  <a:lnTo>
                    <a:pt x="4059" y="932"/>
                  </a:lnTo>
                  <a:lnTo>
                    <a:pt x="4055" y="930"/>
                  </a:lnTo>
                  <a:lnTo>
                    <a:pt x="4055" y="928"/>
                  </a:lnTo>
                  <a:lnTo>
                    <a:pt x="4053" y="927"/>
                  </a:lnTo>
                  <a:lnTo>
                    <a:pt x="4052" y="925"/>
                  </a:lnTo>
                  <a:lnTo>
                    <a:pt x="4066" y="925"/>
                  </a:lnTo>
                  <a:lnTo>
                    <a:pt x="4080" y="932"/>
                  </a:lnTo>
                  <a:lnTo>
                    <a:pt x="4095" y="934"/>
                  </a:lnTo>
                  <a:lnTo>
                    <a:pt x="4111" y="934"/>
                  </a:lnTo>
                  <a:lnTo>
                    <a:pt x="4128" y="932"/>
                  </a:lnTo>
                  <a:lnTo>
                    <a:pt x="4128" y="941"/>
                  </a:lnTo>
                  <a:lnTo>
                    <a:pt x="4116" y="956"/>
                  </a:lnTo>
                  <a:lnTo>
                    <a:pt x="4109" y="979"/>
                  </a:lnTo>
                  <a:lnTo>
                    <a:pt x="4121" y="986"/>
                  </a:lnTo>
                  <a:lnTo>
                    <a:pt x="4137" y="995"/>
                  </a:lnTo>
                  <a:lnTo>
                    <a:pt x="4153" y="1004"/>
                  </a:lnTo>
                  <a:lnTo>
                    <a:pt x="4169" y="1009"/>
                  </a:lnTo>
                  <a:lnTo>
                    <a:pt x="4181" y="1009"/>
                  </a:lnTo>
                  <a:lnTo>
                    <a:pt x="4190" y="995"/>
                  </a:lnTo>
                  <a:lnTo>
                    <a:pt x="4195" y="972"/>
                  </a:lnTo>
                  <a:lnTo>
                    <a:pt x="4196" y="949"/>
                  </a:lnTo>
                  <a:lnTo>
                    <a:pt x="4200" y="927"/>
                  </a:lnTo>
                  <a:lnTo>
                    <a:pt x="4205" y="909"/>
                  </a:lnTo>
                  <a:close/>
                  <a:moveTo>
                    <a:pt x="4439" y="897"/>
                  </a:moveTo>
                  <a:lnTo>
                    <a:pt x="4443" y="901"/>
                  </a:lnTo>
                  <a:lnTo>
                    <a:pt x="4446" y="904"/>
                  </a:lnTo>
                  <a:lnTo>
                    <a:pt x="4450" y="906"/>
                  </a:lnTo>
                  <a:lnTo>
                    <a:pt x="4450" y="913"/>
                  </a:lnTo>
                  <a:lnTo>
                    <a:pt x="4443" y="913"/>
                  </a:lnTo>
                  <a:lnTo>
                    <a:pt x="4441" y="913"/>
                  </a:lnTo>
                  <a:lnTo>
                    <a:pt x="4439" y="911"/>
                  </a:lnTo>
                  <a:lnTo>
                    <a:pt x="4437" y="911"/>
                  </a:lnTo>
                  <a:lnTo>
                    <a:pt x="4436" y="911"/>
                  </a:lnTo>
                  <a:lnTo>
                    <a:pt x="4430" y="909"/>
                  </a:lnTo>
                  <a:lnTo>
                    <a:pt x="4432" y="906"/>
                  </a:lnTo>
                  <a:lnTo>
                    <a:pt x="4432" y="902"/>
                  </a:lnTo>
                  <a:lnTo>
                    <a:pt x="4432" y="902"/>
                  </a:lnTo>
                  <a:lnTo>
                    <a:pt x="4432" y="901"/>
                  </a:lnTo>
                  <a:lnTo>
                    <a:pt x="4434" y="901"/>
                  </a:lnTo>
                  <a:lnTo>
                    <a:pt x="4436" y="901"/>
                  </a:lnTo>
                  <a:lnTo>
                    <a:pt x="4439" y="897"/>
                  </a:lnTo>
                  <a:close/>
                  <a:moveTo>
                    <a:pt x="3867" y="897"/>
                  </a:moveTo>
                  <a:lnTo>
                    <a:pt x="3874" y="899"/>
                  </a:lnTo>
                  <a:lnTo>
                    <a:pt x="3879" y="899"/>
                  </a:lnTo>
                  <a:lnTo>
                    <a:pt x="3884" y="899"/>
                  </a:lnTo>
                  <a:lnTo>
                    <a:pt x="3888" y="901"/>
                  </a:lnTo>
                  <a:lnTo>
                    <a:pt x="3893" y="902"/>
                  </a:lnTo>
                  <a:lnTo>
                    <a:pt x="3893" y="909"/>
                  </a:lnTo>
                  <a:lnTo>
                    <a:pt x="3889" y="909"/>
                  </a:lnTo>
                  <a:lnTo>
                    <a:pt x="3889" y="913"/>
                  </a:lnTo>
                  <a:lnTo>
                    <a:pt x="3884" y="911"/>
                  </a:lnTo>
                  <a:lnTo>
                    <a:pt x="3879" y="909"/>
                  </a:lnTo>
                  <a:lnTo>
                    <a:pt x="3874" y="906"/>
                  </a:lnTo>
                  <a:lnTo>
                    <a:pt x="3870" y="902"/>
                  </a:lnTo>
                  <a:lnTo>
                    <a:pt x="3867" y="897"/>
                  </a:lnTo>
                  <a:close/>
                  <a:moveTo>
                    <a:pt x="4443" y="887"/>
                  </a:moveTo>
                  <a:lnTo>
                    <a:pt x="4455" y="887"/>
                  </a:lnTo>
                  <a:lnTo>
                    <a:pt x="4462" y="909"/>
                  </a:lnTo>
                  <a:lnTo>
                    <a:pt x="4455" y="909"/>
                  </a:lnTo>
                  <a:lnTo>
                    <a:pt x="4455" y="906"/>
                  </a:lnTo>
                  <a:lnTo>
                    <a:pt x="4450" y="902"/>
                  </a:lnTo>
                  <a:lnTo>
                    <a:pt x="4448" y="899"/>
                  </a:lnTo>
                  <a:lnTo>
                    <a:pt x="4446" y="895"/>
                  </a:lnTo>
                  <a:lnTo>
                    <a:pt x="4444" y="892"/>
                  </a:lnTo>
                  <a:lnTo>
                    <a:pt x="4443" y="887"/>
                  </a:lnTo>
                  <a:close/>
                  <a:moveTo>
                    <a:pt x="3963" y="883"/>
                  </a:moveTo>
                  <a:lnTo>
                    <a:pt x="3982" y="883"/>
                  </a:lnTo>
                  <a:lnTo>
                    <a:pt x="3982" y="887"/>
                  </a:lnTo>
                  <a:lnTo>
                    <a:pt x="3978" y="887"/>
                  </a:lnTo>
                  <a:lnTo>
                    <a:pt x="3966" y="895"/>
                  </a:lnTo>
                  <a:lnTo>
                    <a:pt x="3952" y="904"/>
                  </a:lnTo>
                  <a:lnTo>
                    <a:pt x="3940" y="913"/>
                  </a:lnTo>
                  <a:lnTo>
                    <a:pt x="3936" y="913"/>
                  </a:lnTo>
                  <a:lnTo>
                    <a:pt x="3935" y="911"/>
                  </a:lnTo>
                  <a:lnTo>
                    <a:pt x="3935" y="911"/>
                  </a:lnTo>
                  <a:lnTo>
                    <a:pt x="3933" y="911"/>
                  </a:lnTo>
                  <a:lnTo>
                    <a:pt x="3931" y="909"/>
                  </a:lnTo>
                  <a:lnTo>
                    <a:pt x="3928" y="909"/>
                  </a:lnTo>
                  <a:lnTo>
                    <a:pt x="3928" y="906"/>
                  </a:lnTo>
                  <a:lnTo>
                    <a:pt x="3945" y="895"/>
                  </a:lnTo>
                  <a:lnTo>
                    <a:pt x="3963" y="883"/>
                  </a:lnTo>
                  <a:close/>
                  <a:moveTo>
                    <a:pt x="3917" y="878"/>
                  </a:moveTo>
                  <a:lnTo>
                    <a:pt x="3921" y="881"/>
                  </a:lnTo>
                  <a:lnTo>
                    <a:pt x="3922" y="881"/>
                  </a:lnTo>
                  <a:lnTo>
                    <a:pt x="3922" y="881"/>
                  </a:lnTo>
                  <a:lnTo>
                    <a:pt x="3922" y="883"/>
                  </a:lnTo>
                  <a:lnTo>
                    <a:pt x="3922" y="883"/>
                  </a:lnTo>
                  <a:lnTo>
                    <a:pt x="3922" y="887"/>
                  </a:lnTo>
                  <a:lnTo>
                    <a:pt x="3924" y="890"/>
                  </a:lnTo>
                  <a:lnTo>
                    <a:pt x="3917" y="890"/>
                  </a:lnTo>
                  <a:lnTo>
                    <a:pt x="3905" y="894"/>
                  </a:lnTo>
                  <a:lnTo>
                    <a:pt x="3891" y="894"/>
                  </a:lnTo>
                  <a:lnTo>
                    <a:pt x="3879" y="890"/>
                  </a:lnTo>
                  <a:lnTo>
                    <a:pt x="3879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2" y="887"/>
                  </a:lnTo>
                  <a:lnTo>
                    <a:pt x="3891" y="883"/>
                  </a:lnTo>
                  <a:lnTo>
                    <a:pt x="3900" y="883"/>
                  </a:lnTo>
                  <a:lnTo>
                    <a:pt x="3908" y="883"/>
                  </a:lnTo>
                  <a:lnTo>
                    <a:pt x="3917" y="878"/>
                  </a:lnTo>
                  <a:close/>
                  <a:moveTo>
                    <a:pt x="3851" y="878"/>
                  </a:moveTo>
                  <a:lnTo>
                    <a:pt x="3858" y="880"/>
                  </a:lnTo>
                  <a:lnTo>
                    <a:pt x="3861" y="881"/>
                  </a:lnTo>
                  <a:lnTo>
                    <a:pt x="3865" y="883"/>
                  </a:lnTo>
                  <a:lnTo>
                    <a:pt x="3868" y="887"/>
                  </a:lnTo>
                  <a:lnTo>
                    <a:pt x="3870" y="890"/>
                  </a:lnTo>
                  <a:lnTo>
                    <a:pt x="3867" y="890"/>
                  </a:lnTo>
                  <a:lnTo>
                    <a:pt x="3858" y="894"/>
                  </a:lnTo>
                  <a:lnTo>
                    <a:pt x="3847" y="894"/>
                  </a:lnTo>
                  <a:lnTo>
                    <a:pt x="3835" y="894"/>
                  </a:lnTo>
                  <a:lnTo>
                    <a:pt x="3835" y="887"/>
                  </a:lnTo>
                  <a:lnTo>
                    <a:pt x="3840" y="885"/>
                  </a:lnTo>
                  <a:lnTo>
                    <a:pt x="3846" y="883"/>
                  </a:lnTo>
                  <a:lnTo>
                    <a:pt x="3847" y="881"/>
                  </a:lnTo>
                  <a:lnTo>
                    <a:pt x="3851" y="878"/>
                  </a:lnTo>
                  <a:close/>
                  <a:moveTo>
                    <a:pt x="4411" y="871"/>
                  </a:moveTo>
                  <a:lnTo>
                    <a:pt x="4418" y="874"/>
                  </a:lnTo>
                  <a:lnTo>
                    <a:pt x="4422" y="876"/>
                  </a:lnTo>
                  <a:lnTo>
                    <a:pt x="4427" y="880"/>
                  </a:lnTo>
                  <a:lnTo>
                    <a:pt x="4430" y="883"/>
                  </a:lnTo>
                  <a:lnTo>
                    <a:pt x="4432" y="888"/>
                  </a:lnTo>
                  <a:lnTo>
                    <a:pt x="4436" y="894"/>
                  </a:lnTo>
                  <a:lnTo>
                    <a:pt x="4430" y="894"/>
                  </a:lnTo>
                  <a:lnTo>
                    <a:pt x="4427" y="890"/>
                  </a:lnTo>
                  <a:lnTo>
                    <a:pt x="4422" y="887"/>
                  </a:lnTo>
                  <a:lnTo>
                    <a:pt x="4418" y="883"/>
                  </a:lnTo>
                  <a:lnTo>
                    <a:pt x="4415" y="878"/>
                  </a:lnTo>
                  <a:lnTo>
                    <a:pt x="4411" y="871"/>
                  </a:lnTo>
                  <a:close/>
                  <a:moveTo>
                    <a:pt x="4385" y="864"/>
                  </a:moveTo>
                  <a:lnTo>
                    <a:pt x="4388" y="864"/>
                  </a:lnTo>
                  <a:lnTo>
                    <a:pt x="4390" y="866"/>
                  </a:lnTo>
                  <a:lnTo>
                    <a:pt x="4392" y="866"/>
                  </a:lnTo>
                  <a:lnTo>
                    <a:pt x="4394" y="867"/>
                  </a:lnTo>
                  <a:lnTo>
                    <a:pt x="4394" y="869"/>
                  </a:lnTo>
                  <a:lnTo>
                    <a:pt x="4397" y="871"/>
                  </a:lnTo>
                  <a:lnTo>
                    <a:pt x="4401" y="871"/>
                  </a:lnTo>
                  <a:lnTo>
                    <a:pt x="4401" y="874"/>
                  </a:lnTo>
                  <a:lnTo>
                    <a:pt x="4395" y="873"/>
                  </a:lnTo>
                  <a:lnTo>
                    <a:pt x="4392" y="871"/>
                  </a:lnTo>
                  <a:lnTo>
                    <a:pt x="4390" y="869"/>
                  </a:lnTo>
                  <a:lnTo>
                    <a:pt x="4388" y="867"/>
                  </a:lnTo>
                  <a:lnTo>
                    <a:pt x="4385" y="864"/>
                  </a:lnTo>
                  <a:close/>
                  <a:moveTo>
                    <a:pt x="4081" y="845"/>
                  </a:moveTo>
                  <a:lnTo>
                    <a:pt x="4094" y="848"/>
                  </a:lnTo>
                  <a:lnTo>
                    <a:pt x="4094" y="855"/>
                  </a:lnTo>
                  <a:lnTo>
                    <a:pt x="4085" y="860"/>
                  </a:lnTo>
                  <a:lnTo>
                    <a:pt x="4085" y="860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1" y="864"/>
                  </a:lnTo>
                  <a:lnTo>
                    <a:pt x="4081" y="845"/>
                  </a:lnTo>
                  <a:close/>
                  <a:moveTo>
                    <a:pt x="4362" y="825"/>
                  </a:moveTo>
                  <a:lnTo>
                    <a:pt x="4373" y="832"/>
                  </a:lnTo>
                  <a:lnTo>
                    <a:pt x="4380" y="843"/>
                  </a:lnTo>
                  <a:lnTo>
                    <a:pt x="4385" y="855"/>
                  </a:lnTo>
                  <a:lnTo>
                    <a:pt x="4382" y="855"/>
                  </a:lnTo>
                  <a:lnTo>
                    <a:pt x="4382" y="860"/>
                  </a:lnTo>
                  <a:lnTo>
                    <a:pt x="4369" y="855"/>
                  </a:lnTo>
                  <a:lnTo>
                    <a:pt x="4366" y="846"/>
                  </a:lnTo>
                  <a:lnTo>
                    <a:pt x="4364" y="838"/>
                  </a:lnTo>
                  <a:lnTo>
                    <a:pt x="4362" y="825"/>
                  </a:lnTo>
                  <a:close/>
                  <a:moveTo>
                    <a:pt x="4331" y="825"/>
                  </a:moveTo>
                  <a:lnTo>
                    <a:pt x="4340" y="825"/>
                  </a:lnTo>
                  <a:lnTo>
                    <a:pt x="4340" y="845"/>
                  </a:lnTo>
                  <a:lnTo>
                    <a:pt x="4305" y="855"/>
                  </a:lnTo>
                  <a:lnTo>
                    <a:pt x="4299" y="853"/>
                  </a:lnTo>
                  <a:lnTo>
                    <a:pt x="4294" y="852"/>
                  </a:lnTo>
                  <a:lnTo>
                    <a:pt x="4287" y="850"/>
                  </a:lnTo>
                  <a:lnTo>
                    <a:pt x="4282" y="848"/>
                  </a:lnTo>
                  <a:lnTo>
                    <a:pt x="4282" y="841"/>
                  </a:lnTo>
                  <a:lnTo>
                    <a:pt x="4303" y="839"/>
                  </a:lnTo>
                  <a:lnTo>
                    <a:pt x="4319" y="834"/>
                  </a:lnTo>
                  <a:lnTo>
                    <a:pt x="4331" y="825"/>
                  </a:lnTo>
                  <a:close/>
                  <a:moveTo>
                    <a:pt x="3966" y="810"/>
                  </a:moveTo>
                  <a:lnTo>
                    <a:pt x="3982" y="810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5" y="813"/>
                  </a:lnTo>
                  <a:lnTo>
                    <a:pt x="3985" y="820"/>
                  </a:lnTo>
                  <a:lnTo>
                    <a:pt x="3966" y="820"/>
                  </a:lnTo>
                  <a:lnTo>
                    <a:pt x="3966" y="810"/>
                  </a:lnTo>
                  <a:close/>
                  <a:moveTo>
                    <a:pt x="3994" y="806"/>
                  </a:moveTo>
                  <a:lnTo>
                    <a:pt x="4032" y="810"/>
                  </a:lnTo>
                  <a:lnTo>
                    <a:pt x="4032" y="813"/>
                  </a:lnTo>
                  <a:lnTo>
                    <a:pt x="4034" y="817"/>
                  </a:lnTo>
                  <a:lnTo>
                    <a:pt x="4034" y="820"/>
                  </a:lnTo>
                  <a:lnTo>
                    <a:pt x="4036" y="825"/>
                  </a:lnTo>
                  <a:lnTo>
                    <a:pt x="4032" y="825"/>
                  </a:lnTo>
                  <a:lnTo>
                    <a:pt x="4022" y="819"/>
                  </a:lnTo>
                  <a:lnTo>
                    <a:pt x="4010" y="817"/>
                  </a:lnTo>
                  <a:lnTo>
                    <a:pt x="3994" y="817"/>
                  </a:lnTo>
                  <a:lnTo>
                    <a:pt x="3994" y="806"/>
                  </a:lnTo>
                  <a:close/>
                  <a:moveTo>
                    <a:pt x="4312" y="798"/>
                  </a:moveTo>
                  <a:lnTo>
                    <a:pt x="4331" y="798"/>
                  </a:lnTo>
                  <a:lnTo>
                    <a:pt x="4340" y="808"/>
                  </a:lnTo>
                  <a:lnTo>
                    <a:pt x="4347" y="819"/>
                  </a:lnTo>
                  <a:lnTo>
                    <a:pt x="4350" y="832"/>
                  </a:lnTo>
                  <a:lnTo>
                    <a:pt x="4347" y="832"/>
                  </a:lnTo>
                  <a:lnTo>
                    <a:pt x="4338" y="824"/>
                  </a:lnTo>
                  <a:lnTo>
                    <a:pt x="4329" y="815"/>
                  </a:lnTo>
                  <a:lnTo>
                    <a:pt x="4319" y="808"/>
                  </a:lnTo>
                  <a:lnTo>
                    <a:pt x="4312" y="798"/>
                  </a:lnTo>
                  <a:close/>
                  <a:moveTo>
                    <a:pt x="4057" y="777"/>
                  </a:moveTo>
                  <a:lnTo>
                    <a:pt x="4067" y="777"/>
                  </a:lnTo>
                  <a:lnTo>
                    <a:pt x="4081" y="778"/>
                  </a:lnTo>
                  <a:lnTo>
                    <a:pt x="4085" y="791"/>
                  </a:lnTo>
                  <a:lnTo>
                    <a:pt x="4090" y="801"/>
                  </a:lnTo>
                  <a:lnTo>
                    <a:pt x="4097" y="810"/>
                  </a:lnTo>
                  <a:lnTo>
                    <a:pt x="4097" y="813"/>
                  </a:lnTo>
                  <a:lnTo>
                    <a:pt x="4100" y="813"/>
                  </a:lnTo>
                  <a:lnTo>
                    <a:pt x="4100" y="810"/>
                  </a:lnTo>
                  <a:lnTo>
                    <a:pt x="4109" y="801"/>
                  </a:lnTo>
                  <a:lnTo>
                    <a:pt x="4118" y="796"/>
                  </a:lnTo>
                  <a:lnTo>
                    <a:pt x="4130" y="792"/>
                  </a:lnTo>
                  <a:lnTo>
                    <a:pt x="4148" y="791"/>
                  </a:lnTo>
                  <a:lnTo>
                    <a:pt x="4162" y="799"/>
                  </a:lnTo>
                  <a:lnTo>
                    <a:pt x="4179" y="806"/>
                  </a:lnTo>
                  <a:lnTo>
                    <a:pt x="4200" y="813"/>
                  </a:lnTo>
                  <a:lnTo>
                    <a:pt x="4217" y="824"/>
                  </a:lnTo>
                  <a:lnTo>
                    <a:pt x="4231" y="834"/>
                  </a:lnTo>
                  <a:lnTo>
                    <a:pt x="4238" y="848"/>
                  </a:lnTo>
                  <a:lnTo>
                    <a:pt x="4251" y="850"/>
                  </a:lnTo>
                  <a:lnTo>
                    <a:pt x="4259" y="853"/>
                  </a:lnTo>
                  <a:lnTo>
                    <a:pt x="4270" y="855"/>
                  </a:lnTo>
                  <a:lnTo>
                    <a:pt x="4270" y="864"/>
                  </a:lnTo>
                  <a:lnTo>
                    <a:pt x="4268" y="864"/>
                  </a:lnTo>
                  <a:lnTo>
                    <a:pt x="4265" y="866"/>
                  </a:lnTo>
                  <a:lnTo>
                    <a:pt x="4261" y="866"/>
                  </a:lnTo>
                  <a:lnTo>
                    <a:pt x="4259" y="867"/>
                  </a:lnTo>
                  <a:lnTo>
                    <a:pt x="4258" y="869"/>
                  </a:lnTo>
                  <a:lnTo>
                    <a:pt x="4259" y="869"/>
                  </a:lnTo>
                  <a:lnTo>
                    <a:pt x="4263" y="871"/>
                  </a:lnTo>
                  <a:lnTo>
                    <a:pt x="4275" y="888"/>
                  </a:lnTo>
                  <a:lnTo>
                    <a:pt x="4292" y="902"/>
                  </a:lnTo>
                  <a:lnTo>
                    <a:pt x="4312" y="913"/>
                  </a:lnTo>
                  <a:lnTo>
                    <a:pt x="4312" y="921"/>
                  </a:lnTo>
                  <a:lnTo>
                    <a:pt x="4289" y="921"/>
                  </a:lnTo>
                  <a:lnTo>
                    <a:pt x="4286" y="918"/>
                  </a:lnTo>
                  <a:lnTo>
                    <a:pt x="4282" y="916"/>
                  </a:lnTo>
                  <a:lnTo>
                    <a:pt x="4279" y="916"/>
                  </a:lnTo>
                  <a:lnTo>
                    <a:pt x="4275" y="916"/>
                  </a:lnTo>
                  <a:lnTo>
                    <a:pt x="4272" y="915"/>
                  </a:lnTo>
                  <a:lnTo>
                    <a:pt x="4266" y="913"/>
                  </a:lnTo>
                  <a:lnTo>
                    <a:pt x="4261" y="909"/>
                  </a:lnTo>
                  <a:lnTo>
                    <a:pt x="4258" y="906"/>
                  </a:lnTo>
                  <a:lnTo>
                    <a:pt x="4254" y="899"/>
                  </a:lnTo>
                  <a:lnTo>
                    <a:pt x="4251" y="894"/>
                  </a:lnTo>
                  <a:lnTo>
                    <a:pt x="4247" y="890"/>
                  </a:lnTo>
                  <a:lnTo>
                    <a:pt x="4233" y="883"/>
                  </a:lnTo>
                  <a:lnTo>
                    <a:pt x="4223" y="883"/>
                  </a:lnTo>
                  <a:lnTo>
                    <a:pt x="4210" y="887"/>
                  </a:lnTo>
                  <a:lnTo>
                    <a:pt x="4198" y="894"/>
                  </a:lnTo>
                  <a:lnTo>
                    <a:pt x="4186" y="897"/>
                  </a:lnTo>
                  <a:lnTo>
                    <a:pt x="4174" y="890"/>
                  </a:lnTo>
                  <a:lnTo>
                    <a:pt x="4162" y="887"/>
                  </a:lnTo>
                  <a:lnTo>
                    <a:pt x="4149" y="885"/>
                  </a:lnTo>
                  <a:lnTo>
                    <a:pt x="4132" y="887"/>
                  </a:lnTo>
                  <a:lnTo>
                    <a:pt x="4134" y="880"/>
                  </a:lnTo>
                  <a:lnTo>
                    <a:pt x="4135" y="874"/>
                  </a:lnTo>
                  <a:lnTo>
                    <a:pt x="4137" y="871"/>
                  </a:lnTo>
                  <a:lnTo>
                    <a:pt x="4139" y="867"/>
                  </a:lnTo>
                  <a:lnTo>
                    <a:pt x="4141" y="864"/>
                  </a:lnTo>
                  <a:lnTo>
                    <a:pt x="4139" y="860"/>
                  </a:lnTo>
                  <a:lnTo>
                    <a:pt x="4130" y="845"/>
                  </a:lnTo>
                  <a:lnTo>
                    <a:pt x="4118" y="836"/>
                  </a:lnTo>
                  <a:lnTo>
                    <a:pt x="4104" y="832"/>
                  </a:lnTo>
                  <a:lnTo>
                    <a:pt x="4088" y="827"/>
                  </a:lnTo>
                  <a:lnTo>
                    <a:pt x="4073" y="824"/>
                  </a:lnTo>
                  <a:lnTo>
                    <a:pt x="4060" y="817"/>
                  </a:lnTo>
                  <a:lnTo>
                    <a:pt x="4052" y="806"/>
                  </a:lnTo>
                  <a:lnTo>
                    <a:pt x="4055" y="805"/>
                  </a:lnTo>
                  <a:lnTo>
                    <a:pt x="4057" y="805"/>
                  </a:lnTo>
                  <a:lnTo>
                    <a:pt x="4059" y="803"/>
                  </a:lnTo>
                  <a:lnTo>
                    <a:pt x="4059" y="803"/>
                  </a:lnTo>
                  <a:lnTo>
                    <a:pt x="4060" y="801"/>
                  </a:lnTo>
                  <a:lnTo>
                    <a:pt x="4062" y="798"/>
                  </a:lnTo>
                  <a:lnTo>
                    <a:pt x="4052" y="796"/>
                  </a:lnTo>
                  <a:lnTo>
                    <a:pt x="4041" y="791"/>
                  </a:lnTo>
                  <a:lnTo>
                    <a:pt x="4032" y="787"/>
                  </a:lnTo>
                  <a:lnTo>
                    <a:pt x="4032" y="778"/>
                  </a:lnTo>
                  <a:lnTo>
                    <a:pt x="4046" y="777"/>
                  </a:lnTo>
                  <a:lnTo>
                    <a:pt x="4057" y="777"/>
                  </a:lnTo>
                  <a:close/>
                  <a:moveTo>
                    <a:pt x="1543" y="756"/>
                  </a:moveTo>
                  <a:lnTo>
                    <a:pt x="1536" y="768"/>
                  </a:lnTo>
                  <a:lnTo>
                    <a:pt x="1531" y="768"/>
                  </a:lnTo>
                  <a:lnTo>
                    <a:pt x="1531" y="771"/>
                  </a:lnTo>
                  <a:lnTo>
                    <a:pt x="1542" y="775"/>
                  </a:lnTo>
                  <a:lnTo>
                    <a:pt x="1552" y="780"/>
                  </a:lnTo>
                  <a:lnTo>
                    <a:pt x="1559" y="785"/>
                  </a:lnTo>
                  <a:lnTo>
                    <a:pt x="1563" y="787"/>
                  </a:lnTo>
                  <a:lnTo>
                    <a:pt x="1564" y="785"/>
                  </a:lnTo>
                  <a:lnTo>
                    <a:pt x="1564" y="784"/>
                  </a:lnTo>
                  <a:lnTo>
                    <a:pt x="1564" y="784"/>
                  </a:lnTo>
                  <a:lnTo>
                    <a:pt x="1566" y="782"/>
                  </a:lnTo>
                  <a:lnTo>
                    <a:pt x="1566" y="778"/>
                  </a:lnTo>
                  <a:lnTo>
                    <a:pt x="1559" y="778"/>
                  </a:lnTo>
                  <a:lnTo>
                    <a:pt x="1557" y="778"/>
                  </a:lnTo>
                  <a:lnTo>
                    <a:pt x="1556" y="777"/>
                  </a:lnTo>
                  <a:lnTo>
                    <a:pt x="1554" y="777"/>
                  </a:lnTo>
                  <a:lnTo>
                    <a:pt x="1550" y="777"/>
                  </a:lnTo>
                  <a:lnTo>
                    <a:pt x="1547" y="775"/>
                  </a:lnTo>
                  <a:lnTo>
                    <a:pt x="1547" y="756"/>
                  </a:lnTo>
                  <a:lnTo>
                    <a:pt x="1543" y="756"/>
                  </a:lnTo>
                  <a:close/>
                  <a:moveTo>
                    <a:pt x="3952" y="743"/>
                  </a:moveTo>
                  <a:lnTo>
                    <a:pt x="3954" y="743"/>
                  </a:lnTo>
                  <a:lnTo>
                    <a:pt x="3954" y="745"/>
                  </a:lnTo>
                  <a:lnTo>
                    <a:pt x="3954" y="747"/>
                  </a:lnTo>
                  <a:lnTo>
                    <a:pt x="3956" y="747"/>
                  </a:lnTo>
                  <a:lnTo>
                    <a:pt x="3956" y="749"/>
                  </a:lnTo>
                  <a:lnTo>
                    <a:pt x="3959" y="749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6" y="750"/>
                  </a:lnTo>
                  <a:lnTo>
                    <a:pt x="3956" y="752"/>
                  </a:lnTo>
                  <a:lnTo>
                    <a:pt x="3950" y="757"/>
                  </a:lnTo>
                  <a:lnTo>
                    <a:pt x="3945" y="763"/>
                  </a:lnTo>
                  <a:lnTo>
                    <a:pt x="3940" y="768"/>
                  </a:lnTo>
                  <a:lnTo>
                    <a:pt x="3921" y="766"/>
                  </a:lnTo>
                  <a:lnTo>
                    <a:pt x="3905" y="766"/>
                  </a:lnTo>
                  <a:lnTo>
                    <a:pt x="3886" y="768"/>
                  </a:lnTo>
                  <a:lnTo>
                    <a:pt x="3886" y="778"/>
                  </a:lnTo>
                  <a:lnTo>
                    <a:pt x="3889" y="780"/>
                  </a:lnTo>
                  <a:lnTo>
                    <a:pt x="3889" y="782"/>
                  </a:lnTo>
                  <a:lnTo>
                    <a:pt x="3891" y="784"/>
                  </a:lnTo>
                  <a:lnTo>
                    <a:pt x="3893" y="787"/>
                  </a:lnTo>
                  <a:lnTo>
                    <a:pt x="3912" y="780"/>
                  </a:lnTo>
                  <a:lnTo>
                    <a:pt x="3931" y="775"/>
                  </a:lnTo>
                  <a:lnTo>
                    <a:pt x="3931" y="784"/>
                  </a:lnTo>
                  <a:lnTo>
                    <a:pt x="3928" y="784"/>
                  </a:lnTo>
                  <a:lnTo>
                    <a:pt x="3922" y="787"/>
                  </a:lnTo>
                  <a:lnTo>
                    <a:pt x="3915" y="791"/>
                  </a:lnTo>
                  <a:lnTo>
                    <a:pt x="3908" y="794"/>
                  </a:lnTo>
                  <a:lnTo>
                    <a:pt x="3914" y="806"/>
                  </a:lnTo>
                  <a:lnTo>
                    <a:pt x="3921" y="817"/>
                  </a:lnTo>
                  <a:lnTo>
                    <a:pt x="3924" y="827"/>
                  </a:lnTo>
                  <a:lnTo>
                    <a:pt x="3928" y="845"/>
                  </a:lnTo>
                  <a:lnTo>
                    <a:pt x="3924" y="845"/>
                  </a:lnTo>
                  <a:lnTo>
                    <a:pt x="3924" y="848"/>
                  </a:lnTo>
                  <a:lnTo>
                    <a:pt x="3921" y="846"/>
                  </a:lnTo>
                  <a:lnTo>
                    <a:pt x="3919" y="846"/>
                  </a:lnTo>
                  <a:lnTo>
                    <a:pt x="3919" y="846"/>
                  </a:lnTo>
                  <a:lnTo>
                    <a:pt x="3919" y="845"/>
                  </a:lnTo>
                  <a:lnTo>
                    <a:pt x="3917" y="845"/>
                  </a:lnTo>
                  <a:lnTo>
                    <a:pt x="3907" y="834"/>
                  </a:lnTo>
                  <a:lnTo>
                    <a:pt x="3898" y="822"/>
                  </a:lnTo>
                  <a:lnTo>
                    <a:pt x="3889" y="810"/>
                  </a:lnTo>
                  <a:lnTo>
                    <a:pt x="3889" y="848"/>
                  </a:lnTo>
                  <a:lnTo>
                    <a:pt x="3874" y="848"/>
                  </a:lnTo>
                  <a:lnTo>
                    <a:pt x="3874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5"/>
                  </a:lnTo>
                  <a:lnTo>
                    <a:pt x="3870" y="845"/>
                  </a:lnTo>
                  <a:lnTo>
                    <a:pt x="3872" y="832"/>
                  </a:lnTo>
                  <a:lnTo>
                    <a:pt x="3870" y="825"/>
                  </a:lnTo>
                  <a:lnTo>
                    <a:pt x="3867" y="819"/>
                  </a:lnTo>
                  <a:lnTo>
                    <a:pt x="3863" y="810"/>
                  </a:lnTo>
                  <a:lnTo>
                    <a:pt x="3863" y="801"/>
                  </a:lnTo>
                  <a:lnTo>
                    <a:pt x="3868" y="791"/>
                  </a:lnTo>
                  <a:lnTo>
                    <a:pt x="3875" y="777"/>
                  </a:lnTo>
                  <a:lnTo>
                    <a:pt x="3882" y="764"/>
                  </a:lnTo>
                  <a:lnTo>
                    <a:pt x="3889" y="754"/>
                  </a:lnTo>
                  <a:lnTo>
                    <a:pt x="3893" y="749"/>
                  </a:lnTo>
                  <a:lnTo>
                    <a:pt x="3910" y="754"/>
                  </a:lnTo>
                  <a:lnTo>
                    <a:pt x="3921" y="754"/>
                  </a:lnTo>
                  <a:lnTo>
                    <a:pt x="3929" y="752"/>
                  </a:lnTo>
                  <a:lnTo>
                    <a:pt x="3940" y="749"/>
                  </a:lnTo>
                  <a:lnTo>
                    <a:pt x="3950" y="743"/>
                  </a:lnTo>
                  <a:lnTo>
                    <a:pt x="3952" y="743"/>
                  </a:lnTo>
                  <a:close/>
                  <a:moveTo>
                    <a:pt x="3989" y="740"/>
                  </a:moveTo>
                  <a:lnTo>
                    <a:pt x="3996" y="743"/>
                  </a:lnTo>
                  <a:lnTo>
                    <a:pt x="3999" y="745"/>
                  </a:lnTo>
                  <a:lnTo>
                    <a:pt x="4003" y="749"/>
                  </a:lnTo>
                  <a:lnTo>
                    <a:pt x="4004" y="752"/>
                  </a:lnTo>
                  <a:lnTo>
                    <a:pt x="4004" y="759"/>
                  </a:lnTo>
                  <a:lnTo>
                    <a:pt x="4004" y="768"/>
                  </a:lnTo>
                  <a:lnTo>
                    <a:pt x="4001" y="770"/>
                  </a:lnTo>
                  <a:lnTo>
                    <a:pt x="3999" y="771"/>
                  </a:lnTo>
                  <a:lnTo>
                    <a:pt x="3999" y="773"/>
                  </a:lnTo>
                  <a:lnTo>
                    <a:pt x="3999" y="775"/>
                  </a:lnTo>
                  <a:lnTo>
                    <a:pt x="3999" y="777"/>
                  </a:lnTo>
                  <a:lnTo>
                    <a:pt x="3999" y="778"/>
                  </a:lnTo>
                  <a:lnTo>
                    <a:pt x="3998" y="780"/>
                  </a:lnTo>
                  <a:lnTo>
                    <a:pt x="3994" y="784"/>
                  </a:lnTo>
                  <a:lnTo>
                    <a:pt x="3994" y="775"/>
                  </a:lnTo>
                  <a:lnTo>
                    <a:pt x="3987" y="764"/>
                  </a:lnTo>
                  <a:lnTo>
                    <a:pt x="3987" y="752"/>
                  </a:lnTo>
                  <a:lnTo>
                    <a:pt x="3989" y="740"/>
                  </a:lnTo>
                  <a:close/>
                  <a:moveTo>
                    <a:pt x="3533" y="691"/>
                  </a:moveTo>
                  <a:lnTo>
                    <a:pt x="3566" y="695"/>
                  </a:lnTo>
                  <a:lnTo>
                    <a:pt x="3579" y="710"/>
                  </a:lnTo>
                  <a:lnTo>
                    <a:pt x="3593" y="719"/>
                  </a:lnTo>
                  <a:lnTo>
                    <a:pt x="3607" y="728"/>
                  </a:lnTo>
                  <a:lnTo>
                    <a:pt x="3624" y="736"/>
                  </a:lnTo>
                  <a:lnTo>
                    <a:pt x="3629" y="740"/>
                  </a:lnTo>
                  <a:lnTo>
                    <a:pt x="3629" y="742"/>
                  </a:lnTo>
                  <a:lnTo>
                    <a:pt x="3631" y="742"/>
                  </a:lnTo>
                  <a:lnTo>
                    <a:pt x="3638" y="749"/>
                  </a:lnTo>
                  <a:lnTo>
                    <a:pt x="3650" y="763"/>
                  </a:lnTo>
                  <a:lnTo>
                    <a:pt x="3661" y="778"/>
                  </a:lnTo>
                  <a:lnTo>
                    <a:pt x="3673" y="796"/>
                  </a:lnTo>
                  <a:lnTo>
                    <a:pt x="3690" y="810"/>
                  </a:lnTo>
                  <a:lnTo>
                    <a:pt x="3687" y="827"/>
                  </a:lnTo>
                  <a:lnTo>
                    <a:pt x="3687" y="848"/>
                  </a:lnTo>
                  <a:lnTo>
                    <a:pt x="3701" y="850"/>
                  </a:lnTo>
                  <a:lnTo>
                    <a:pt x="3710" y="853"/>
                  </a:lnTo>
                  <a:lnTo>
                    <a:pt x="3716" y="859"/>
                  </a:lnTo>
                  <a:lnTo>
                    <a:pt x="3725" y="864"/>
                  </a:lnTo>
                  <a:lnTo>
                    <a:pt x="3736" y="864"/>
                  </a:lnTo>
                  <a:lnTo>
                    <a:pt x="3744" y="860"/>
                  </a:lnTo>
                  <a:lnTo>
                    <a:pt x="3751" y="857"/>
                  </a:lnTo>
                  <a:lnTo>
                    <a:pt x="3758" y="855"/>
                  </a:lnTo>
                  <a:lnTo>
                    <a:pt x="3774" y="860"/>
                  </a:lnTo>
                  <a:lnTo>
                    <a:pt x="3792" y="867"/>
                  </a:lnTo>
                  <a:lnTo>
                    <a:pt x="3809" y="876"/>
                  </a:lnTo>
                  <a:lnTo>
                    <a:pt x="3825" y="883"/>
                  </a:lnTo>
                  <a:lnTo>
                    <a:pt x="3823" y="883"/>
                  </a:lnTo>
                  <a:lnTo>
                    <a:pt x="3821" y="885"/>
                  </a:lnTo>
                  <a:lnTo>
                    <a:pt x="3821" y="885"/>
                  </a:lnTo>
                  <a:lnTo>
                    <a:pt x="3819" y="885"/>
                  </a:lnTo>
                  <a:lnTo>
                    <a:pt x="3816" y="887"/>
                  </a:lnTo>
                  <a:lnTo>
                    <a:pt x="3806" y="890"/>
                  </a:lnTo>
                  <a:lnTo>
                    <a:pt x="3786" y="890"/>
                  </a:lnTo>
                  <a:lnTo>
                    <a:pt x="3764" y="887"/>
                  </a:lnTo>
                  <a:lnTo>
                    <a:pt x="3741" y="881"/>
                  </a:lnTo>
                  <a:lnTo>
                    <a:pt x="3716" y="876"/>
                  </a:lnTo>
                  <a:lnTo>
                    <a:pt x="3697" y="871"/>
                  </a:lnTo>
                  <a:lnTo>
                    <a:pt x="3682" y="864"/>
                  </a:lnTo>
                  <a:lnTo>
                    <a:pt x="3675" y="860"/>
                  </a:lnTo>
                  <a:lnTo>
                    <a:pt x="3678" y="857"/>
                  </a:lnTo>
                  <a:lnTo>
                    <a:pt x="3678" y="857"/>
                  </a:lnTo>
                  <a:lnTo>
                    <a:pt x="3680" y="855"/>
                  </a:lnTo>
                  <a:lnTo>
                    <a:pt x="3682" y="852"/>
                  </a:lnTo>
                  <a:lnTo>
                    <a:pt x="3661" y="846"/>
                  </a:lnTo>
                  <a:lnTo>
                    <a:pt x="3643" y="836"/>
                  </a:lnTo>
                  <a:lnTo>
                    <a:pt x="3627" y="820"/>
                  </a:lnTo>
                  <a:lnTo>
                    <a:pt x="3615" y="803"/>
                  </a:lnTo>
                  <a:lnTo>
                    <a:pt x="3603" y="784"/>
                  </a:lnTo>
                  <a:lnTo>
                    <a:pt x="3593" y="764"/>
                  </a:lnTo>
                  <a:lnTo>
                    <a:pt x="3582" y="749"/>
                  </a:lnTo>
                  <a:lnTo>
                    <a:pt x="3572" y="736"/>
                  </a:lnTo>
                  <a:lnTo>
                    <a:pt x="3561" y="728"/>
                  </a:lnTo>
                  <a:lnTo>
                    <a:pt x="3549" y="717"/>
                  </a:lnTo>
                  <a:lnTo>
                    <a:pt x="3538" y="707"/>
                  </a:lnTo>
                  <a:lnTo>
                    <a:pt x="3533" y="691"/>
                  </a:lnTo>
                  <a:close/>
                  <a:moveTo>
                    <a:pt x="3832" y="672"/>
                  </a:moveTo>
                  <a:lnTo>
                    <a:pt x="3842" y="675"/>
                  </a:lnTo>
                  <a:lnTo>
                    <a:pt x="3854" y="682"/>
                  </a:lnTo>
                  <a:lnTo>
                    <a:pt x="3865" y="693"/>
                  </a:lnTo>
                  <a:lnTo>
                    <a:pt x="3870" y="702"/>
                  </a:lnTo>
                  <a:lnTo>
                    <a:pt x="3865" y="705"/>
                  </a:lnTo>
                  <a:lnTo>
                    <a:pt x="3860" y="710"/>
                  </a:lnTo>
                  <a:lnTo>
                    <a:pt x="3854" y="714"/>
                  </a:lnTo>
                  <a:lnTo>
                    <a:pt x="3847" y="717"/>
                  </a:lnTo>
                  <a:lnTo>
                    <a:pt x="3853" y="733"/>
                  </a:lnTo>
                  <a:lnTo>
                    <a:pt x="3860" y="745"/>
                  </a:lnTo>
                  <a:lnTo>
                    <a:pt x="3867" y="759"/>
                  </a:lnTo>
                  <a:lnTo>
                    <a:pt x="3861" y="761"/>
                  </a:lnTo>
                  <a:lnTo>
                    <a:pt x="3858" y="761"/>
                  </a:lnTo>
                  <a:lnTo>
                    <a:pt x="3856" y="761"/>
                  </a:lnTo>
                  <a:lnTo>
                    <a:pt x="3856" y="761"/>
                  </a:lnTo>
                  <a:lnTo>
                    <a:pt x="3854" y="763"/>
                  </a:lnTo>
                  <a:lnTo>
                    <a:pt x="3853" y="764"/>
                  </a:lnTo>
                  <a:lnTo>
                    <a:pt x="3851" y="768"/>
                  </a:lnTo>
                  <a:lnTo>
                    <a:pt x="3842" y="784"/>
                  </a:lnTo>
                  <a:lnTo>
                    <a:pt x="3837" y="803"/>
                  </a:lnTo>
                  <a:lnTo>
                    <a:pt x="3828" y="820"/>
                  </a:lnTo>
                  <a:lnTo>
                    <a:pt x="3823" y="824"/>
                  </a:lnTo>
                  <a:lnTo>
                    <a:pt x="3818" y="824"/>
                  </a:lnTo>
                  <a:lnTo>
                    <a:pt x="3812" y="825"/>
                  </a:lnTo>
                  <a:lnTo>
                    <a:pt x="3806" y="825"/>
                  </a:lnTo>
                  <a:lnTo>
                    <a:pt x="3795" y="819"/>
                  </a:lnTo>
                  <a:lnTo>
                    <a:pt x="3785" y="817"/>
                  </a:lnTo>
                  <a:lnTo>
                    <a:pt x="3772" y="817"/>
                  </a:lnTo>
                  <a:lnTo>
                    <a:pt x="3760" y="815"/>
                  </a:lnTo>
                  <a:lnTo>
                    <a:pt x="3748" y="810"/>
                  </a:lnTo>
                  <a:lnTo>
                    <a:pt x="3736" y="794"/>
                  </a:lnTo>
                  <a:lnTo>
                    <a:pt x="3727" y="773"/>
                  </a:lnTo>
                  <a:lnTo>
                    <a:pt x="3725" y="749"/>
                  </a:lnTo>
                  <a:lnTo>
                    <a:pt x="3734" y="745"/>
                  </a:lnTo>
                  <a:lnTo>
                    <a:pt x="3741" y="745"/>
                  </a:lnTo>
                  <a:lnTo>
                    <a:pt x="3748" y="747"/>
                  </a:lnTo>
                  <a:lnTo>
                    <a:pt x="3755" y="743"/>
                  </a:lnTo>
                  <a:lnTo>
                    <a:pt x="3764" y="729"/>
                  </a:lnTo>
                  <a:lnTo>
                    <a:pt x="3786" y="726"/>
                  </a:lnTo>
                  <a:lnTo>
                    <a:pt x="3790" y="723"/>
                  </a:lnTo>
                  <a:lnTo>
                    <a:pt x="3793" y="719"/>
                  </a:lnTo>
                  <a:lnTo>
                    <a:pt x="3793" y="717"/>
                  </a:lnTo>
                  <a:lnTo>
                    <a:pt x="3795" y="716"/>
                  </a:lnTo>
                  <a:lnTo>
                    <a:pt x="3795" y="714"/>
                  </a:lnTo>
                  <a:lnTo>
                    <a:pt x="3795" y="712"/>
                  </a:lnTo>
                  <a:lnTo>
                    <a:pt x="3797" y="710"/>
                  </a:lnTo>
                  <a:lnTo>
                    <a:pt x="3797" y="710"/>
                  </a:lnTo>
                  <a:lnTo>
                    <a:pt x="3800" y="710"/>
                  </a:lnTo>
                  <a:lnTo>
                    <a:pt x="3806" y="710"/>
                  </a:lnTo>
                  <a:lnTo>
                    <a:pt x="3812" y="710"/>
                  </a:lnTo>
                  <a:lnTo>
                    <a:pt x="3816" y="698"/>
                  </a:lnTo>
                  <a:lnTo>
                    <a:pt x="3821" y="689"/>
                  </a:lnTo>
                  <a:lnTo>
                    <a:pt x="3826" y="681"/>
                  </a:lnTo>
                  <a:lnTo>
                    <a:pt x="3832" y="672"/>
                  </a:lnTo>
                  <a:close/>
                  <a:moveTo>
                    <a:pt x="3329" y="649"/>
                  </a:moveTo>
                  <a:lnTo>
                    <a:pt x="3339" y="656"/>
                  </a:lnTo>
                  <a:lnTo>
                    <a:pt x="3345" y="668"/>
                  </a:lnTo>
                  <a:lnTo>
                    <a:pt x="3345" y="686"/>
                  </a:lnTo>
                  <a:lnTo>
                    <a:pt x="3345" y="688"/>
                  </a:lnTo>
                  <a:lnTo>
                    <a:pt x="3346" y="688"/>
                  </a:lnTo>
                  <a:lnTo>
                    <a:pt x="3348" y="689"/>
                  </a:lnTo>
                  <a:lnTo>
                    <a:pt x="3348" y="689"/>
                  </a:lnTo>
                  <a:lnTo>
                    <a:pt x="3348" y="691"/>
                  </a:lnTo>
                  <a:lnTo>
                    <a:pt x="3348" y="695"/>
                  </a:lnTo>
                  <a:lnTo>
                    <a:pt x="3345" y="695"/>
                  </a:lnTo>
                  <a:lnTo>
                    <a:pt x="3341" y="696"/>
                  </a:lnTo>
                  <a:lnTo>
                    <a:pt x="3339" y="700"/>
                  </a:lnTo>
                  <a:lnTo>
                    <a:pt x="3336" y="702"/>
                  </a:lnTo>
                  <a:lnTo>
                    <a:pt x="3334" y="702"/>
                  </a:lnTo>
                  <a:lnTo>
                    <a:pt x="3332" y="700"/>
                  </a:lnTo>
                  <a:lnTo>
                    <a:pt x="3331" y="700"/>
                  </a:lnTo>
                  <a:lnTo>
                    <a:pt x="3331" y="700"/>
                  </a:lnTo>
                  <a:lnTo>
                    <a:pt x="3329" y="698"/>
                  </a:lnTo>
                  <a:lnTo>
                    <a:pt x="3322" y="684"/>
                  </a:lnTo>
                  <a:lnTo>
                    <a:pt x="3322" y="663"/>
                  </a:lnTo>
                  <a:lnTo>
                    <a:pt x="3324" y="660"/>
                  </a:lnTo>
                  <a:lnTo>
                    <a:pt x="3326" y="658"/>
                  </a:lnTo>
                  <a:lnTo>
                    <a:pt x="3327" y="654"/>
                  </a:lnTo>
                  <a:lnTo>
                    <a:pt x="3329" y="649"/>
                  </a:lnTo>
                  <a:close/>
                  <a:moveTo>
                    <a:pt x="3956" y="628"/>
                  </a:moveTo>
                  <a:lnTo>
                    <a:pt x="3964" y="637"/>
                  </a:lnTo>
                  <a:lnTo>
                    <a:pt x="3970" y="647"/>
                  </a:lnTo>
                  <a:lnTo>
                    <a:pt x="3970" y="663"/>
                  </a:lnTo>
                  <a:lnTo>
                    <a:pt x="3971" y="667"/>
                  </a:lnTo>
                  <a:lnTo>
                    <a:pt x="3973" y="667"/>
                  </a:lnTo>
                  <a:lnTo>
                    <a:pt x="3973" y="668"/>
                  </a:lnTo>
                  <a:lnTo>
                    <a:pt x="3973" y="668"/>
                  </a:lnTo>
                  <a:lnTo>
                    <a:pt x="3971" y="668"/>
                  </a:lnTo>
                  <a:lnTo>
                    <a:pt x="3970" y="672"/>
                  </a:lnTo>
                  <a:lnTo>
                    <a:pt x="3970" y="675"/>
                  </a:lnTo>
                  <a:lnTo>
                    <a:pt x="3968" y="675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6" y="677"/>
                  </a:lnTo>
                  <a:lnTo>
                    <a:pt x="3963" y="679"/>
                  </a:lnTo>
                  <a:lnTo>
                    <a:pt x="3961" y="675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59" y="674"/>
                  </a:lnTo>
                  <a:lnTo>
                    <a:pt x="3957" y="674"/>
                  </a:lnTo>
                  <a:lnTo>
                    <a:pt x="3956" y="672"/>
                  </a:lnTo>
                  <a:lnTo>
                    <a:pt x="3956" y="675"/>
                  </a:lnTo>
                  <a:lnTo>
                    <a:pt x="3957" y="677"/>
                  </a:lnTo>
                  <a:lnTo>
                    <a:pt x="3959" y="679"/>
                  </a:lnTo>
                  <a:lnTo>
                    <a:pt x="3961" y="681"/>
                  </a:lnTo>
                  <a:lnTo>
                    <a:pt x="3961" y="681"/>
                  </a:lnTo>
                  <a:lnTo>
                    <a:pt x="3959" y="682"/>
                  </a:lnTo>
                  <a:lnTo>
                    <a:pt x="3959" y="684"/>
                  </a:lnTo>
                  <a:lnTo>
                    <a:pt x="3959" y="686"/>
                  </a:lnTo>
                  <a:lnTo>
                    <a:pt x="3959" y="691"/>
                  </a:lnTo>
                  <a:lnTo>
                    <a:pt x="3950" y="691"/>
                  </a:lnTo>
                  <a:lnTo>
                    <a:pt x="3950" y="686"/>
                  </a:lnTo>
                  <a:lnTo>
                    <a:pt x="3945" y="684"/>
                  </a:lnTo>
                  <a:lnTo>
                    <a:pt x="3940" y="681"/>
                  </a:lnTo>
                  <a:lnTo>
                    <a:pt x="3938" y="677"/>
                  </a:lnTo>
                  <a:lnTo>
                    <a:pt x="3936" y="672"/>
                  </a:lnTo>
                  <a:lnTo>
                    <a:pt x="3935" y="667"/>
                  </a:lnTo>
                  <a:lnTo>
                    <a:pt x="3931" y="660"/>
                  </a:lnTo>
                  <a:lnTo>
                    <a:pt x="3926" y="663"/>
                  </a:lnTo>
                  <a:lnTo>
                    <a:pt x="3919" y="667"/>
                  </a:lnTo>
                  <a:lnTo>
                    <a:pt x="3912" y="668"/>
                  </a:lnTo>
                  <a:lnTo>
                    <a:pt x="3905" y="672"/>
                  </a:lnTo>
                  <a:lnTo>
                    <a:pt x="3905" y="663"/>
                  </a:lnTo>
                  <a:lnTo>
                    <a:pt x="3907" y="661"/>
                  </a:lnTo>
                  <a:lnTo>
                    <a:pt x="3907" y="661"/>
                  </a:lnTo>
                  <a:lnTo>
                    <a:pt x="3907" y="660"/>
                  </a:lnTo>
                  <a:lnTo>
                    <a:pt x="3908" y="660"/>
                  </a:lnTo>
                  <a:lnTo>
                    <a:pt x="3908" y="656"/>
                  </a:lnTo>
                  <a:lnTo>
                    <a:pt x="3922" y="651"/>
                  </a:lnTo>
                  <a:lnTo>
                    <a:pt x="3935" y="647"/>
                  </a:lnTo>
                  <a:lnTo>
                    <a:pt x="3947" y="640"/>
                  </a:lnTo>
                  <a:lnTo>
                    <a:pt x="3956" y="628"/>
                  </a:lnTo>
                  <a:close/>
                  <a:moveTo>
                    <a:pt x="1243" y="628"/>
                  </a:moveTo>
                  <a:lnTo>
                    <a:pt x="1245" y="633"/>
                  </a:lnTo>
                  <a:lnTo>
                    <a:pt x="1245" y="635"/>
                  </a:lnTo>
                  <a:lnTo>
                    <a:pt x="1245" y="637"/>
                  </a:lnTo>
                  <a:lnTo>
                    <a:pt x="1245" y="637"/>
                  </a:lnTo>
                  <a:lnTo>
                    <a:pt x="1247" y="639"/>
                  </a:lnTo>
                  <a:lnTo>
                    <a:pt x="1248" y="639"/>
                  </a:lnTo>
                  <a:lnTo>
                    <a:pt x="1252" y="640"/>
                  </a:lnTo>
                  <a:lnTo>
                    <a:pt x="1252" y="633"/>
                  </a:lnTo>
                  <a:lnTo>
                    <a:pt x="1243" y="628"/>
                  </a:lnTo>
                  <a:close/>
                  <a:moveTo>
                    <a:pt x="3870" y="609"/>
                  </a:moveTo>
                  <a:lnTo>
                    <a:pt x="3874" y="613"/>
                  </a:lnTo>
                  <a:lnTo>
                    <a:pt x="3875" y="613"/>
                  </a:lnTo>
                  <a:lnTo>
                    <a:pt x="3877" y="613"/>
                  </a:lnTo>
                  <a:lnTo>
                    <a:pt x="3877" y="614"/>
                  </a:lnTo>
                  <a:lnTo>
                    <a:pt x="3877" y="614"/>
                  </a:lnTo>
                  <a:lnTo>
                    <a:pt x="3877" y="618"/>
                  </a:lnTo>
                  <a:lnTo>
                    <a:pt x="3879" y="621"/>
                  </a:lnTo>
                  <a:lnTo>
                    <a:pt x="3868" y="630"/>
                  </a:lnTo>
                  <a:lnTo>
                    <a:pt x="3861" y="639"/>
                  </a:lnTo>
                  <a:lnTo>
                    <a:pt x="3853" y="646"/>
                  </a:lnTo>
                  <a:lnTo>
                    <a:pt x="3840" y="653"/>
                  </a:lnTo>
                  <a:lnTo>
                    <a:pt x="3840" y="649"/>
                  </a:lnTo>
                  <a:lnTo>
                    <a:pt x="3851" y="637"/>
                  </a:lnTo>
                  <a:lnTo>
                    <a:pt x="3863" y="625"/>
                  </a:lnTo>
                  <a:lnTo>
                    <a:pt x="3870" y="609"/>
                  </a:lnTo>
                  <a:close/>
                  <a:moveTo>
                    <a:pt x="1371" y="517"/>
                  </a:moveTo>
                  <a:lnTo>
                    <a:pt x="1378" y="518"/>
                  </a:lnTo>
                  <a:lnTo>
                    <a:pt x="1386" y="522"/>
                  </a:lnTo>
                  <a:lnTo>
                    <a:pt x="1383" y="524"/>
                  </a:lnTo>
                  <a:lnTo>
                    <a:pt x="1381" y="527"/>
                  </a:lnTo>
                  <a:lnTo>
                    <a:pt x="1378" y="529"/>
                  </a:lnTo>
                  <a:lnTo>
                    <a:pt x="1372" y="529"/>
                  </a:lnTo>
                  <a:lnTo>
                    <a:pt x="1367" y="527"/>
                  </a:lnTo>
                  <a:lnTo>
                    <a:pt x="1362" y="527"/>
                  </a:lnTo>
                  <a:lnTo>
                    <a:pt x="1357" y="527"/>
                  </a:lnTo>
                  <a:lnTo>
                    <a:pt x="1351" y="529"/>
                  </a:lnTo>
                  <a:lnTo>
                    <a:pt x="1351" y="518"/>
                  </a:lnTo>
                  <a:lnTo>
                    <a:pt x="1364" y="517"/>
                  </a:lnTo>
                  <a:lnTo>
                    <a:pt x="1371" y="517"/>
                  </a:lnTo>
                  <a:close/>
                  <a:moveTo>
                    <a:pt x="3912" y="506"/>
                  </a:moveTo>
                  <a:lnTo>
                    <a:pt x="3912" y="524"/>
                  </a:lnTo>
                  <a:lnTo>
                    <a:pt x="3910" y="536"/>
                  </a:lnTo>
                  <a:lnTo>
                    <a:pt x="3907" y="546"/>
                  </a:lnTo>
                  <a:lnTo>
                    <a:pt x="3905" y="564"/>
                  </a:lnTo>
                  <a:lnTo>
                    <a:pt x="3908" y="564"/>
                  </a:lnTo>
                  <a:lnTo>
                    <a:pt x="3908" y="567"/>
                  </a:lnTo>
                  <a:lnTo>
                    <a:pt x="3915" y="567"/>
                  </a:lnTo>
                  <a:lnTo>
                    <a:pt x="3919" y="567"/>
                  </a:lnTo>
                  <a:lnTo>
                    <a:pt x="3922" y="567"/>
                  </a:lnTo>
                  <a:lnTo>
                    <a:pt x="3926" y="569"/>
                  </a:lnTo>
                  <a:lnTo>
                    <a:pt x="3929" y="571"/>
                  </a:lnTo>
                  <a:lnTo>
                    <a:pt x="3936" y="572"/>
                  </a:lnTo>
                  <a:lnTo>
                    <a:pt x="3940" y="585"/>
                  </a:lnTo>
                  <a:lnTo>
                    <a:pt x="3947" y="593"/>
                  </a:lnTo>
                  <a:lnTo>
                    <a:pt x="3956" y="602"/>
                  </a:lnTo>
                  <a:lnTo>
                    <a:pt x="3963" y="614"/>
                  </a:lnTo>
                  <a:lnTo>
                    <a:pt x="3957" y="616"/>
                  </a:lnTo>
                  <a:lnTo>
                    <a:pt x="3954" y="618"/>
                  </a:lnTo>
                  <a:lnTo>
                    <a:pt x="3952" y="618"/>
                  </a:lnTo>
                  <a:lnTo>
                    <a:pt x="3952" y="620"/>
                  </a:lnTo>
                  <a:lnTo>
                    <a:pt x="3952" y="621"/>
                  </a:lnTo>
                  <a:lnTo>
                    <a:pt x="3952" y="621"/>
                  </a:lnTo>
                  <a:lnTo>
                    <a:pt x="3952" y="623"/>
                  </a:lnTo>
                  <a:lnTo>
                    <a:pt x="3949" y="623"/>
                  </a:lnTo>
                  <a:lnTo>
                    <a:pt x="3943" y="625"/>
                  </a:lnTo>
                  <a:lnTo>
                    <a:pt x="3942" y="621"/>
                  </a:lnTo>
                  <a:lnTo>
                    <a:pt x="3942" y="621"/>
                  </a:lnTo>
                  <a:lnTo>
                    <a:pt x="3942" y="620"/>
                  </a:lnTo>
                  <a:lnTo>
                    <a:pt x="3942" y="620"/>
                  </a:lnTo>
                  <a:lnTo>
                    <a:pt x="3940" y="620"/>
                  </a:lnTo>
                  <a:lnTo>
                    <a:pt x="3938" y="620"/>
                  </a:lnTo>
                  <a:lnTo>
                    <a:pt x="3936" y="618"/>
                  </a:lnTo>
                  <a:lnTo>
                    <a:pt x="3933" y="625"/>
                  </a:lnTo>
                  <a:lnTo>
                    <a:pt x="3931" y="630"/>
                  </a:lnTo>
                  <a:lnTo>
                    <a:pt x="3928" y="635"/>
                  </a:lnTo>
                  <a:lnTo>
                    <a:pt x="3922" y="637"/>
                  </a:lnTo>
                  <a:lnTo>
                    <a:pt x="3917" y="640"/>
                  </a:lnTo>
                  <a:lnTo>
                    <a:pt x="3917" y="637"/>
                  </a:lnTo>
                  <a:lnTo>
                    <a:pt x="3914" y="633"/>
                  </a:lnTo>
                  <a:lnTo>
                    <a:pt x="3914" y="630"/>
                  </a:lnTo>
                  <a:lnTo>
                    <a:pt x="3914" y="628"/>
                  </a:lnTo>
                  <a:lnTo>
                    <a:pt x="3914" y="627"/>
                  </a:lnTo>
                  <a:lnTo>
                    <a:pt x="3914" y="627"/>
                  </a:lnTo>
                  <a:lnTo>
                    <a:pt x="3914" y="625"/>
                  </a:lnTo>
                  <a:lnTo>
                    <a:pt x="3912" y="623"/>
                  </a:lnTo>
                  <a:lnTo>
                    <a:pt x="3910" y="623"/>
                  </a:lnTo>
                  <a:lnTo>
                    <a:pt x="3905" y="621"/>
                  </a:lnTo>
                  <a:lnTo>
                    <a:pt x="3905" y="616"/>
                  </a:lnTo>
                  <a:lnTo>
                    <a:pt x="3905" y="611"/>
                  </a:lnTo>
                  <a:lnTo>
                    <a:pt x="3907" y="607"/>
                  </a:lnTo>
                  <a:lnTo>
                    <a:pt x="3907" y="606"/>
                  </a:lnTo>
                  <a:lnTo>
                    <a:pt x="3908" y="604"/>
                  </a:lnTo>
                  <a:lnTo>
                    <a:pt x="3912" y="604"/>
                  </a:lnTo>
                  <a:lnTo>
                    <a:pt x="3917" y="602"/>
                  </a:lnTo>
                  <a:lnTo>
                    <a:pt x="3924" y="602"/>
                  </a:lnTo>
                  <a:lnTo>
                    <a:pt x="3924" y="614"/>
                  </a:lnTo>
                  <a:lnTo>
                    <a:pt x="3936" y="614"/>
                  </a:lnTo>
                  <a:lnTo>
                    <a:pt x="3936" y="611"/>
                  </a:lnTo>
                  <a:lnTo>
                    <a:pt x="3938" y="607"/>
                  </a:lnTo>
                  <a:lnTo>
                    <a:pt x="3940" y="606"/>
                  </a:lnTo>
                  <a:lnTo>
                    <a:pt x="3940" y="604"/>
                  </a:lnTo>
                  <a:lnTo>
                    <a:pt x="3942" y="602"/>
                  </a:lnTo>
                  <a:lnTo>
                    <a:pt x="3943" y="599"/>
                  </a:lnTo>
                  <a:lnTo>
                    <a:pt x="3940" y="599"/>
                  </a:lnTo>
                  <a:lnTo>
                    <a:pt x="3922" y="585"/>
                  </a:lnTo>
                  <a:lnTo>
                    <a:pt x="3902" y="576"/>
                  </a:lnTo>
                  <a:lnTo>
                    <a:pt x="3902" y="583"/>
                  </a:lnTo>
                  <a:lnTo>
                    <a:pt x="3900" y="588"/>
                  </a:lnTo>
                  <a:lnTo>
                    <a:pt x="3898" y="593"/>
                  </a:lnTo>
                  <a:lnTo>
                    <a:pt x="3898" y="599"/>
                  </a:lnTo>
                  <a:lnTo>
                    <a:pt x="3896" y="597"/>
                  </a:lnTo>
                  <a:lnTo>
                    <a:pt x="3895" y="595"/>
                  </a:lnTo>
                  <a:lnTo>
                    <a:pt x="3895" y="595"/>
                  </a:lnTo>
                  <a:lnTo>
                    <a:pt x="3895" y="593"/>
                  </a:lnTo>
                  <a:lnTo>
                    <a:pt x="3893" y="592"/>
                  </a:lnTo>
                  <a:lnTo>
                    <a:pt x="3888" y="579"/>
                  </a:lnTo>
                  <a:lnTo>
                    <a:pt x="3882" y="564"/>
                  </a:lnTo>
                  <a:lnTo>
                    <a:pt x="3881" y="544"/>
                  </a:lnTo>
                  <a:lnTo>
                    <a:pt x="3882" y="527"/>
                  </a:lnTo>
                  <a:lnTo>
                    <a:pt x="3889" y="510"/>
                  </a:lnTo>
                  <a:lnTo>
                    <a:pt x="3895" y="508"/>
                  </a:lnTo>
                  <a:lnTo>
                    <a:pt x="3900" y="506"/>
                  </a:lnTo>
                  <a:lnTo>
                    <a:pt x="3905" y="506"/>
                  </a:lnTo>
                  <a:lnTo>
                    <a:pt x="3912" y="506"/>
                  </a:lnTo>
                  <a:close/>
                  <a:moveTo>
                    <a:pt x="1306" y="506"/>
                  </a:moveTo>
                  <a:lnTo>
                    <a:pt x="1313" y="506"/>
                  </a:lnTo>
                  <a:lnTo>
                    <a:pt x="1320" y="508"/>
                  </a:lnTo>
                  <a:lnTo>
                    <a:pt x="1327" y="508"/>
                  </a:lnTo>
                  <a:lnTo>
                    <a:pt x="1332" y="510"/>
                  </a:lnTo>
                  <a:lnTo>
                    <a:pt x="1332" y="518"/>
                  </a:lnTo>
                  <a:lnTo>
                    <a:pt x="1306" y="518"/>
                  </a:lnTo>
                  <a:lnTo>
                    <a:pt x="1306" y="506"/>
                  </a:lnTo>
                  <a:close/>
                  <a:moveTo>
                    <a:pt x="1159" y="506"/>
                  </a:moveTo>
                  <a:lnTo>
                    <a:pt x="1168" y="508"/>
                  </a:lnTo>
                  <a:lnTo>
                    <a:pt x="1173" y="511"/>
                  </a:lnTo>
                  <a:lnTo>
                    <a:pt x="1180" y="515"/>
                  </a:lnTo>
                  <a:lnTo>
                    <a:pt x="1186" y="518"/>
                  </a:lnTo>
                  <a:lnTo>
                    <a:pt x="1186" y="522"/>
                  </a:lnTo>
                  <a:lnTo>
                    <a:pt x="1179" y="522"/>
                  </a:lnTo>
                  <a:lnTo>
                    <a:pt x="1173" y="524"/>
                  </a:lnTo>
                  <a:lnTo>
                    <a:pt x="1168" y="525"/>
                  </a:lnTo>
                  <a:lnTo>
                    <a:pt x="1165" y="524"/>
                  </a:lnTo>
                  <a:lnTo>
                    <a:pt x="1158" y="524"/>
                  </a:lnTo>
                  <a:lnTo>
                    <a:pt x="1152" y="522"/>
                  </a:lnTo>
                  <a:lnTo>
                    <a:pt x="1152" y="510"/>
                  </a:lnTo>
                  <a:lnTo>
                    <a:pt x="1154" y="510"/>
                  </a:lnTo>
                  <a:lnTo>
                    <a:pt x="1156" y="508"/>
                  </a:lnTo>
                  <a:lnTo>
                    <a:pt x="1158" y="508"/>
                  </a:lnTo>
                  <a:lnTo>
                    <a:pt x="1158" y="508"/>
                  </a:lnTo>
                  <a:lnTo>
                    <a:pt x="1159" y="506"/>
                  </a:lnTo>
                  <a:close/>
                  <a:moveTo>
                    <a:pt x="1220" y="490"/>
                  </a:moveTo>
                  <a:lnTo>
                    <a:pt x="1241" y="492"/>
                  </a:lnTo>
                  <a:lnTo>
                    <a:pt x="1259" y="496"/>
                  </a:lnTo>
                  <a:lnTo>
                    <a:pt x="1273" y="501"/>
                  </a:lnTo>
                  <a:lnTo>
                    <a:pt x="1290" y="506"/>
                  </a:lnTo>
                  <a:lnTo>
                    <a:pt x="1290" y="515"/>
                  </a:lnTo>
                  <a:lnTo>
                    <a:pt x="1283" y="515"/>
                  </a:lnTo>
                  <a:lnTo>
                    <a:pt x="1280" y="517"/>
                  </a:lnTo>
                  <a:lnTo>
                    <a:pt x="1275" y="518"/>
                  </a:lnTo>
                  <a:lnTo>
                    <a:pt x="1271" y="520"/>
                  </a:lnTo>
                  <a:lnTo>
                    <a:pt x="1268" y="522"/>
                  </a:lnTo>
                  <a:lnTo>
                    <a:pt x="1262" y="522"/>
                  </a:lnTo>
                  <a:lnTo>
                    <a:pt x="1262" y="520"/>
                  </a:lnTo>
                  <a:lnTo>
                    <a:pt x="1262" y="518"/>
                  </a:lnTo>
                  <a:lnTo>
                    <a:pt x="1261" y="517"/>
                  </a:lnTo>
                  <a:lnTo>
                    <a:pt x="1259" y="515"/>
                  </a:lnTo>
                  <a:lnTo>
                    <a:pt x="1257" y="513"/>
                  </a:lnTo>
                  <a:lnTo>
                    <a:pt x="1255" y="515"/>
                  </a:lnTo>
                  <a:lnTo>
                    <a:pt x="1252" y="525"/>
                  </a:lnTo>
                  <a:lnTo>
                    <a:pt x="1247" y="525"/>
                  </a:lnTo>
                  <a:lnTo>
                    <a:pt x="1234" y="524"/>
                  </a:lnTo>
                  <a:lnTo>
                    <a:pt x="1220" y="522"/>
                  </a:lnTo>
                  <a:lnTo>
                    <a:pt x="1210" y="522"/>
                  </a:lnTo>
                  <a:lnTo>
                    <a:pt x="1205" y="510"/>
                  </a:lnTo>
                  <a:lnTo>
                    <a:pt x="1214" y="510"/>
                  </a:lnTo>
                  <a:lnTo>
                    <a:pt x="1220" y="510"/>
                  </a:lnTo>
                  <a:lnTo>
                    <a:pt x="1227" y="508"/>
                  </a:lnTo>
                  <a:lnTo>
                    <a:pt x="1233" y="506"/>
                  </a:lnTo>
                  <a:lnTo>
                    <a:pt x="1229" y="504"/>
                  </a:lnTo>
                  <a:lnTo>
                    <a:pt x="1226" y="501"/>
                  </a:lnTo>
                  <a:lnTo>
                    <a:pt x="1224" y="499"/>
                  </a:lnTo>
                  <a:lnTo>
                    <a:pt x="1222" y="496"/>
                  </a:lnTo>
                  <a:lnTo>
                    <a:pt x="1220" y="490"/>
                  </a:lnTo>
                  <a:close/>
                  <a:moveTo>
                    <a:pt x="100" y="452"/>
                  </a:moveTo>
                  <a:lnTo>
                    <a:pt x="116" y="457"/>
                  </a:lnTo>
                  <a:lnTo>
                    <a:pt x="128" y="464"/>
                  </a:lnTo>
                  <a:lnTo>
                    <a:pt x="142" y="471"/>
                  </a:lnTo>
                  <a:lnTo>
                    <a:pt x="142" y="475"/>
                  </a:lnTo>
                  <a:lnTo>
                    <a:pt x="138" y="475"/>
                  </a:lnTo>
                  <a:lnTo>
                    <a:pt x="126" y="483"/>
                  </a:lnTo>
                  <a:lnTo>
                    <a:pt x="114" y="485"/>
                  </a:lnTo>
                  <a:lnTo>
                    <a:pt x="103" y="487"/>
                  </a:lnTo>
                  <a:lnTo>
                    <a:pt x="91" y="490"/>
                  </a:lnTo>
                  <a:lnTo>
                    <a:pt x="91" y="487"/>
                  </a:lnTo>
                  <a:lnTo>
                    <a:pt x="88" y="487"/>
                  </a:lnTo>
                  <a:lnTo>
                    <a:pt x="91" y="478"/>
                  </a:lnTo>
                  <a:lnTo>
                    <a:pt x="91" y="469"/>
                  </a:lnTo>
                  <a:lnTo>
                    <a:pt x="91" y="457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6" y="454"/>
                  </a:lnTo>
                  <a:lnTo>
                    <a:pt x="98" y="454"/>
                  </a:lnTo>
                  <a:lnTo>
                    <a:pt x="100" y="452"/>
                  </a:lnTo>
                  <a:close/>
                  <a:moveTo>
                    <a:pt x="1098" y="441"/>
                  </a:moveTo>
                  <a:lnTo>
                    <a:pt x="1126" y="447"/>
                  </a:lnTo>
                  <a:lnTo>
                    <a:pt x="1151" y="455"/>
                  </a:lnTo>
                  <a:lnTo>
                    <a:pt x="1170" y="464"/>
                  </a:lnTo>
                  <a:lnTo>
                    <a:pt x="1189" y="473"/>
                  </a:lnTo>
                  <a:lnTo>
                    <a:pt x="1210" y="483"/>
                  </a:lnTo>
                  <a:lnTo>
                    <a:pt x="1210" y="490"/>
                  </a:lnTo>
                  <a:lnTo>
                    <a:pt x="1201" y="490"/>
                  </a:lnTo>
                  <a:lnTo>
                    <a:pt x="1191" y="494"/>
                  </a:lnTo>
                  <a:lnTo>
                    <a:pt x="1179" y="497"/>
                  </a:lnTo>
                  <a:lnTo>
                    <a:pt x="1166" y="499"/>
                  </a:lnTo>
                  <a:lnTo>
                    <a:pt x="1168" y="496"/>
                  </a:lnTo>
                  <a:lnTo>
                    <a:pt x="1168" y="492"/>
                  </a:lnTo>
                  <a:lnTo>
                    <a:pt x="1168" y="490"/>
                  </a:lnTo>
                  <a:lnTo>
                    <a:pt x="1168" y="489"/>
                  </a:lnTo>
                  <a:lnTo>
                    <a:pt x="1168" y="487"/>
                  </a:lnTo>
                  <a:lnTo>
                    <a:pt x="1166" y="483"/>
                  </a:lnTo>
                  <a:lnTo>
                    <a:pt x="1140" y="476"/>
                  </a:lnTo>
                  <a:lnTo>
                    <a:pt x="1116" y="464"/>
                  </a:lnTo>
                  <a:lnTo>
                    <a:pt x="1090" y="452"/>
                  </a:lnTo>
                  <a:lnTo>
                    <a:pt x="1084" y="457"/>
                  </a:lnTo>
                  <a:lnTo>
                    <a:pt x="1081" y="462"/>
                  </a:lnTo>
                  <a:lnTo>
                    <a:pt x="1076" y="468"/>
                  </a:lnTo>
                  <a:lnTo>
                    <a:pt x="1070" y="466"/>
                  </a:lnTo>
                  <a:lnTo>
                    <a:pt x="1063" y="462"/>
                  </a:lnTo>
                  <a:lnTo>
                    <a:pt x="1060" y="461"/>
                  </a:lnTo>
                  <a:lnTo>
                    <a:pt x="1067" y="461"/>
                  </a:lnTo>
                  <a:lnTo>
                    <a:pt x="1072" y="454"/>
                  </a:lnTo>
                  <a:lnTo>
                    <a:pt x="1077" y="450"/>
                  </a:lnTo>
                  <a:lnTo>
                    <a:pt x="1083" y="445"/>
                  </a:lnTo>
                  <a:lnTo>
                    <a:pt x="1088" y="445"/>
                  </a:lnTo>
                  <a:lnTo>
                    <a:pt x="1091" y="443"/>
                  </a:lnTo>
                  <a:lnTo>
                    <a:pt x="1095" y="443"/>
                  </a:lnTo>
                  <a:lnTo>
                    <a:pt x="1098" y="441"/>
                  </a:lnTo>
                  <a:close/>
                  <a:moveTo>
                    <a:pt x="77" y="433"/>
                  </a:moveTo>
                  <a:lnTo>
                    <a:pt x="91" y="438"/>
                  </a:lnTo>
                  <a:lnTo>
                    <a:pt x="91" y="441"/>
                  </a:lnTo>
                  <a:lnTo>
                    <a:pt x="88" y="441"/>
                  </a:lnTo>
                  <a:lnTo>
                    <a:pt x="77" y="445"/>
                  </a:lnTo>
                  <a:lnTo>
                    <a:pt x="67" y="445"/>
                  </a:lnTo>
                  <a:lnTo>
                    <a:pt x="58" y="445"/>
                  </a:lnTo>
                  <a:lnTo>
                    <a:pt x="58" y="438"/>
                  </a:lnTo>
                  <a:lnTo>
                    <a:pt x="63" y="436"/>
                  </a:lnTo>
                  <a:lnTo>
                    <a:pt x="68" y="436"/>
                  </a:lnTo>
                  <a:lnTo>
                    <a:pt x="72" y="435"/>
                  </a:lnTo>
                  <a:lnTo>
                    <a:pt x="77" y="433"/>
                  </a:lnTo>
                  <a:close/>
                  <a:moveTo>
                    <a:pt x="0" y="417"/>
                  </a:moveTo>
                  <a:lnTo>
                    <a:pt x="6" y="419"/>
                  </a:lnTo>
                  <a:lnTo>
                    <a:pt x="13" y="419"/>
                  </a:lnTo>
                  <a:lnTo>
                    <a:pt x="16" y="419"/>
                  </a:lnTo>
                  <a:lnTo>
                    <a:pt x="21" y="421"/>
                  </a:lnTo>
                  <a:lnTo>
                    <a:pt x="27" y="422"/>
                  </a:lnTo>
                  <a:lnTo>
                    <a:pt x="27" y="429"/>
                  </a:lnTo>
                  <a:lnTo>
                    <a:pt x="23" y="429"/>
                  </a:lnTo>
                  <a:lnTo>
                    <a:pt x="18" y="431"/>
                  </a:lnTo>
                  <a:lnTo>
                    <a:pt x="13" y="433"/>
                  </a:lnTo>
                  <a:lnTo>
                    <a:pt x="7" y="433"/>
                  </a:lnTo>
                  <a:lnTo>
                    <a:pt x="0" y="433"/>
                  </a:lnTo>
                  <a:lnTo>
                    <a:pt x="0" y="417"/>
                  </a:lnTo>
                  <a:close/>
                  <a:moveTo>
                    <a:pt x="1152" y="414"/>
                  </a:moveTo>
                  <a:lnTo>
                    <a:pt x="1158" y="417"/>
                  </a:lnTo>
                  <a:lnTo>
                    <a:pt x="1161" y="421"/>
                  </a:lnTo>
                  <a:lnTo>
                    <a:pt x="1165" y="424"/>
                  </a:lnTo>
                  <a:lnTo>
                    <a:pt x="1166" y="429"/>
                  </a:lnTo>
                  <a:lnTo>
                    <a:pt x="1166" y="438"/>
                  </a:lnTo>
                  <a:lnTo>
                    <a:pt x="1159" y="438"/>
                  </a:lnTo>
                  <a:lnTo>
                    <a:pt x="1158" y="433"/>
                  </a:lnTo>
                  <a:lnTo>
                    <a:pt x="1156" y="431"/>
                  </a:lnTo>
                  <a:lnTo>
                    <a:pt x="1154" y="428"/>
                  </a:lnTo>
                  <a:lnTo>
                    <a:pt x="1152" y="424"/>
                  </a:lnTo>
                  <a:lnTo>
                    <a:pt x="1152" y="421"/>
                  </a:lnTo>
                  <a:lnTo>
                    <a:pt x="1152" y="414"/>
                  </a:lnTo>
                  <a:close/>
                  <a:moveTo>
                    <a:pt x="3905" y="407"/>
                  </a:moveTo>
                  <a:lnTo>
                    <a:pt x="3908" y="410"/>
                  </a:lnTo>
                  <a:lnTo>
                    <a:pt x="3910" y="414"/>
                  </a:lnTo>
                  <a:lnTo>
                    <a:pt x="3912" y="417"/>
                  </a:lnTo>
                  <a:lnTo>
                    <a:pt x="3912" y="422"/>
                  </a:lnTo>
                  <a:lnTo>
                    <a:pt x="3912" y="429"/>
                  </a:lnTo>
                  <a:lnTo>
                    <a:pt x="3898" y="464"/>
                  </a:lnTo>
                  <a:lnTo>
                    <a:pt x="3891" y="455"/>
                  </a:lnTo>
                  <a:lnTo>
                    <a:pt x="3888" y="447"/>
                  </a:lnTo>
                  <a:lnTo>
                    <a:pt x="3886" y="433"/>
                  </a:lnTo>
                  <a:lnTo>
                    <a:pt x="3905" y="407"/>
                  </a:lnTo>
                  <a:close/>
                  <a:moveTo>
                    <a:pt x="1144" y="391"/>
                  </a:moveTo>
                  <a:lnTo>
                    <a:pt x="1166" y="391"/>
                  </a:lnTo>
                  <a:lnTo>
                    <a:pt x="1168" y="394"/>
                  </a:lnTo>
                  <a:lnTo>
                    <a:pt x="1172" y="396"/>
                  </a:lnTo>
                  <a:lnTo>
                    <a:pt x="1172" y="398"/>
                  </a:lnTo>
                  <a:lnTo>
                    <a:pt x="1173" y="400"/>
                  </a:lnTo>
                  <a:lnTo>
                    <a:pt x="1173" y="401"/>
                  </a:lnTo>
                  <a:lnTo>
                    <a:pt x="1172" y="403"/>
                  </a:lnTo>
                  <a:lnTo>
                    <a:pt x="1172" y="407"/>
                  </a:lnTo>
                  <a:lnTo>
                    <a:pt x="1166" y="403"/>
                  </a:lnTo>
                  <a:lnTo>
                    <a:pt x="1161" y="401"/>
                  </a:lnTo>
                  <a:lnTo>
                    <a:pt x="1156" y="401"/>
                  </a:lnTo>
                  <a:lnTo>
                    <a:pt x="1152" y="400"/>
                  </a:lnTo>
                  <a:lnTo>
                    <a:pt x="1149" y="400"/>
                  </a:lnTo>
                  <a:lnTo>
                    <a:pt x="1145" y="398"/>
                  </a:lnTo>
                  <a:lnTo>
                    <a:pt x="1144" y="394"/>
                  </a:lnTo>
                  <a:lnTo>
                    <a:pt x="1144" y="391"/>
                  </a:lnTo>
                  <a:close/>
                  <a:moveTo>
                    <a:pt x="4017" y="326"/>
                  </a:moveTo>
                  <a:lnTo>
                    <a:pt x="4020" y="328"/>
                  </a:lnTo>
                  <a:lnTo>
                    <a:pt x="4022" y="328"/>
                  </a:lnTo>
                  <a:lnTo>
                    <a:pt x="4022" y="328"/>
                  </a:lnTo>
                  <a:lnTo>
                    <a:pt x="4022" y="330"/>
                  </a:lnTo>
                  <a:lnTo>
                    <a:pt x="4022" y="330"/>
                  </a:lnTo>
                  <a:lnTo>
                    <a:pt x="4024" y="333"/>
                  </a:lnTo>
                  <a:lnTo>
                    <a:pt x="4024" y="337"/>
                  </a:lnTo>
                  <a:lnTo>
                    <a:pt x="4022" y="342"/>
                  </a:lnTo>
                  <a:lnTo>
                    <a:pt x="4018" y="347"/>
                  </a:lnTo>
                  <a:lnTo>
                    <a:pt x="4017" y="352"/>
                  </a:lnTo>
                  <a:lnTo>
                    <a:pt x="4008" y="352"/>
                  </a:lnTo>
                  <a:lnTo>
                    <a:pt x="4008" y="340"/>
                  </a:lnTo>
                  <a:lnTo>
                    <a:pt x="4011" y="339"/>
                  </a:lnTo>
                  <a:lnTo>
                    <a:pt x="4013" y="335"/>
                  </a:lnTo>
                  <a:lnTo>
                    <a:pt x="4015" y="332"/>
                  </a:lnTo>
                  <a:lnTo>
                    <a:pt x="4017" y="326"/>
                  </a:lnTo>
                  <a:close/>
                  <a:moveTo>
                    <a:pt x="3970" y="279"/>
                  </a:moveTo>
                  <a:lnTo>
                    <a:pt x="3982" y="279"/>
                  </a:lnTo>
                  <a:lnTo>
                    <a:pt x="3982" y="291"/>
                  </a:lnTo>
                  <a:lnTo>
                    <a:pt x="3966" y="291"/>
                  </a:lnTo>
                  <a:lnTo>
                    <a:pt x="3966" y="283"/>
                  </a:lnTo>
                  <a:lnTo>
                    <a:pt x="3970" y="283"/>
                  </a:lnTo>
                  <a:lnTo>
                    <a:pt x="3970" y="279"/>
                  </a:lnTo>
                  <a:close/>
                  <a:moveTo>
                    <a:pt x="2699" y="246"/>
                  </a:moveTo>
                  <a:lnTo>
                    <a:pt x="2708" y="246"/>
                  </a:lnTo>
                  <a:lnTo>
                    <a:pt x="2704" y="251"/>
                  </a:lnTo>
                  <a:lnTo>
                    <a:pt x="2701" y="255"/>
                  </a:lnTo>
                  <a:lnTo>
                    <a:pt x="2697" y="258"/>
                  </a:lnTo>
                  <a:lnTo>
                    <a:pt x="2694" y="262"/>
                  </a:lnTo>
                  <a:lnTo>
                    <a:pt x="2688" y="265"/>
                  </a:lnTo>
                  <a:lnTo>
                    <a:pt x="2685" y="265"/>
                  </a:lnTo>
                  <a:lnTo>
                    <a:pt x="2685" y="267"/>
                  </a:lnTo>
                  <a:lnTo>
                    <a:pt x="2683" y="267"/>
                  </a:lnTo>
                  <a:lnTo>
                    <a:pt x="2680" y="267"/>
                  </a:lnTo>
                  <a:lnTo>
                    <a:pt x="2676" y="269"/>
                  </a:lnTo>
                  <a:lnTo>
                    <a:pt x="2673" y="256"/>
                  </a:lnTo>
                  <a:lnTo>
                    <a:pt x="2680" y="255"/>
                  </a:lnTo>
                  <a:lnTo>
                    <a:pt x="2687" y="251"/>
                  </a:lnTo>
                  <a:lnTo>
                    <a:pt x="2694" y="249"/>
                  </a:lnTo>
                  <a:lnTo>
                    <a:pt x="2699" y="246"/>
                  </a:lnTo>
                  <a:close/>
                  <a:moveTo>
                    <a:pt x="2554" y="241"/>
                  </a:moveTo>
                  <a:lnTo>
                    <a:pt x="2563" y="244"/>
                  </a:lnTo>
                  <a:lnTo>
                    <a:pt x="2573" y="248"/>
                  </a:lnTo>
                  <a:lnTo>
                    <a:pt x="2585" y="251"/>
                  </a:lnTo>
                  <a:lnTo>
                    <a:pt x="2592" y="256"/>
                  </a:lnTo>
                  <a:lnTo>
                    <a:pt x="2564" y="256"/>
                  </a:lnTo>
                  <a:lnTo>
                    <a:pt x="2561" y="255"/>
                  </a:lnTo>
                  <a:lnTo>
                    <a:pt x="2559" y="255"/>
                  </a:lnTo>
                  <a:lnTo>
                    <a:pt x="2556" y="253"/>
                  </a:lnTo>
                  <a:lnTo>
                    <a:pt x="2549" y="253"/>
                  </a:lnTo>
                  <a:lnTo>
                    <a:pt x="2549" y="249"/>
                  </a:lnTo>
                  <a:lnTo>
                    <a:pt x="2551" y="248"/>
                  </a:lnTo>
                  <a:lnTo>
                    <a:pt x="2552" y="246"/>
                  </a:lnTo>
                  <a:lnTo>
                    <a:pt x="2552" y="246"/>
                  </a:lnTo>
                  <a:lnTo>
                    <a:pt x="2552" y="244"/>
                  </a:lnTo>
                  <a:lnTo>
                    <a:pt x="2554" y="241"/>
                  </a:lnTo>
                  <a:close/>
                  <a:moveTo>
                    <a:pt x="2242" y="173"/>
                  </a:moveTo>
                  <a:lnTo>
                    <a:pt x="2266" y="173"/>
                  </a:lnTo>
                  <a:lnTo>
                    <a:pt x="2266" y="176"/>
                  </a:lnTo>
                  <a:lnTo>
                    <a:pt x="2261" y="178"/>
                  </a:lnTo>
                  <a:lnTo>
                    <a:pt x="2259" y="180"/>
                  </a:lnTo>
                  <a:lnTo>
                    <a:pt x="2256" y="181"/>
                  </a:lnTo>
                  <a:lnTo>
                    <a:pt x="2252" y="183"/>
                  </a:lnTo>
                  <a:lnTo>
                    <a:pt x="2247" y="183"/>
                  </a:lnTo>
                  <a:lnTo>
                    <a:pt x="2242" y="173"/>
                  </a:lnTo>
                  <a:close/>
                  <a:moveTo>
                    <a:pt x="2612" y="153"/>
                  </a:moveTo>
                  <a:lnTo>
                    <a:pt x="2610" y="155"/>
                  </a:lnTo>
                  <a:lnTo>
                    <a:pt x="2608" y="157"/>
                  </a:lnTo>
                  <a:lnTo>
                    <a:pt x="2606" y="157"/>
                  </a:lnTo>
                  <a:lnTo>
                    <a:pt x="2606" y="159"/>
                  </a:lnTo>
                  <a:lnTo>
                    <a:pt x="2605" y="160"/>
                  </a:lnTo>
                  <a:lnTo>
                    <a:pt x="2603" y="164"/>
                  </a:lnTo>
                  <a:lnTo>
                    <a:pt x="2606" y="164"/>
                  </a:lnTo>
                  <a:lnTo>
                    <a:pt x="2612" y="162"/>
                  </a:lnTo>
                  <a:lnTo>
                    <a:pt x="2615" y="160"/>
                  </a:lnTo>
                  <a:lnTo>
                    <a:pt x="2619" y="159"/>
                  </a:lnTo>
                  <a:lnTo>
                    <a:pt x="2622" y="157"/>
                  </a:lnTo>
                  <a:lnTo>
                    <a:pt x="2626" y="153"/>
                  </a:lnTo>
                  <a:lnTo>
                    <a:pt x="2612" y="153"/>
                  </a:lnTo>
                  <a:close/>
                  <a:moveTo>
                    <a:pt x="2362" y="153"/>
                  </a:moveTo>
                  <a:lnTo>
                    <a:pt x="2364" y="169"/>
                  </a:lnTo>
                  <a:lnTo>
                    <a:pt x="2366" y="188"/>
                  </a:lnTo>
                  <a:lnTo>
                    <a:pt x="2357" y="188"/>
                  </a:lnTo>
                  <a:lnTo>
                    <a:pt x="2355" y="190"/>
                  </a:lnTo>
                  <a:lnTo>
                    <a:pt x="2352" y="190"/>
                  </a:lnTo>
                  <a:lnTo>
                    <a:pt x="2348" y="190"/>
                  </a:lnTo>
                  <a:lnTo>
                    <a:pt x="2343" y="192"/>
                  </a:lnTo>
                  <a:lnTo>
                    <a:pt x="2341" y="178"/>
                  </a:lnTo>
                  <a:lnTo>
                    <a:pt x="2341" y="164"/>
                  </a:lnTo>
                  <a:lnTo>
                    <a:pt x="2343" y="157"/>
                  </a:lnTo>
                  <a:lnTo>
                    <a:pt x="2346" y="155"/>
                  </a:lnTo>
                  <a:lnTo>
                    <a:pt x="2350" y="153"/>
                  </a:lnTo>
                  <a:lnTo>
                    <a:pt x="2355" y="153"/>
                  </a:lnTo>
                  <a:lnTo>
                    <a:pt x="2362" y="153"/>
                  </a:lnTo>
                  <a:close/>
                  <a:moveTo>
                    <a:pt x="2353" y="119"/>
                  </a:moveTo>
                  <a:lnTo>
                    <a:pt x="2362" y="119"/>
                  </a:lnTo>
                  <a:lnTo>
                    <a:pt x="2360" y="126"/>
                  </a:lnTo>
                  <a:lnTo>
                    <a:pt x="2360" y="131"/>
                  </a:lnTo>
                  <a:lnTo>
                    <a:pt x="2360" y="136"/>
                  </a:lnTo>
                  <a:lnTo>
                    <a:pt x="2359" y="140"/>
                  </a:lnTo>
                  <a:lnTo>
                    <a:pt x="2357" y="145"/>
                  </a:lnTo>
                  <a:lnTo>
                    <a:pt x="2350" y="145"/>
                  </a:lnTo>
                  <a:lnTo>
                    <a:pt x="2350" y="138"/>
                  </a:lnTo>
                  <a:lnTo>
                    <a:pt x="2352" y="131"/>
                  </a:lnTo>
                  <a:lnTo>
                    <a:pt x="2352" y="124"/>
                  </a:lnTo>
                  <a:lnTo>
                    <a:pt x="2353" y="119"/>
                  </a:lnTo>
                  <a:close/>
                  <a:moveTo>
                    <a:pt x="4193" y="71"/>
                  </a:moveTo>
                  <a:lnTo>
                    <a:pt x="4202" y="84"/>
                  </a:lnTo>
                  <a:lnTo>
                    <a:pt x="4210" y="91"/>
                  </a:lnTo>
                  <a:lnTo>
                    <a:pt x="4221" y="94"/>
                  </a:lnTo>
                  <a:lnTo>
                    <a:pt x="4228" y="98"/>
                  </a:lnTo>
                  <a:lnTo>
                    <a:pt x="4235" y="103"/>
                  </a:lnTo>
                  <a:lnTo>
                    <a:pt x="4237" y="106"/>
                  </a:lnTo>
                  <a:lnTo>
                    <a:pt x="4238" y="110"/>
                  </a:lnTo>
                  <a:lnTo>
                    <a:pt x="4238" y="113"/>
                  </a:lnTo>
                  <a:lnTo>
                    <a:pt x="4238" y="119"/>
                  </a:lnTo>
                  <a:lnTo>
                    <a:pt x="4226" y="122"/>
                  </a:lnTo>
                  <a:lnTo>
                    <a:pt x="4217" y="129"/>
                  </a:lnTo>
                  <a:lnTo>
                    <a:pt x="4210" y="136"/>
                  </a:lnTo>
                  <a:lnTo>
                    <a:pt x="4200" y="141"/>
                  </a:lnTo>
                  <a:lnTo>
                    <a:pt x="4196" y="136"/>
                  </a:lnTo>
                  <a:lnTo>
                    <a:pt x="4193" y="134"/>
                  </a:lnTo>
                  <a:lnTo>
                    <a:pt x="4190" y="133"/>
                  </a:lnTo>
                  <a:lnTo>
                    <a:pt x="4186" y="134"/>
                  </a:lnTo>
                  <a:lnTo>
                    <a:pt x="4183" y="136"/>
                  </a:lnTo>
                  <a:lnTo>
                    <a:pt x="4181" y="140"/>
                  </a:lnTo>
                  <a:lnTo>
                    <a:pt x="4177" y="141"/>
                  </a:lnTo>
                  <a:lnTo>
                    <a:pt x="4183" y="162"/>
                  </a:lnTo>
                  <a:lnTo>
                    <a:pt x="4184" y="178"/>
                  </a:lnTo>
                  <a:lnTo>
                    <a:pt x="4184" y="190"/>
                  </a:lnTo>
                  <a:lnTo>
                    <a:pt x="4183" y="202"/>
                  </a:lnTo>
                  <a:lnTo>
                    <a:pt x="4179" y="215"/>
                  </a:lnTo>
                  <a:lnTo>
                    <a:pt x="4176" y="232"/>
                  </a:lnTo>
                  <a:lnTo>
                    <a:pt x="4174" y="253"/>
                  </a:lnTo>
                  <a:lnTo>
                    <a:pt x="4151" y="265"/>
                  </a:lnTo>
                  <a:lnTo>
                    <a:pt x="4125" y="277"/>
                  </a:lnTo>
                  <a:lnTo>
                    <a:pt x="4100" y="288"/>
                  </a:lnTo>
                  <a:lnTo>
                    <a:pt x="4095" y="279"/>
                  </a:lnTo>
                  <a:lnTo>
                    <a:pt x="4090" y="272"/>
                  </a:lnTo>
                  <a:lnTo>
                    <a:pt x="4088" y="279"/>
                  </a:lnTo>
                  <a:lnTo>
                    <a:pt x="4088" y="283"/>
                  </a:lnTo>
                  <a:lnTo>
                    <a:pt x="4087" y="288"/>
                  </a:lnTo>
                  <a:lnTo>
                    <a:pt x="4085" y="291"/>
                  </a:lnTo>
                  <a:lnTo>
                    <a:pt x="4080" y="291"/>
                  </a:lnTo>
                  <a:lnTo>
                    <a:pt x="4076" y="291"/>
                  </a:lnTo>
                  <a:lnTo>
                    <a:pt x="4074" y="293"/>
                  </a:lnTo>
                  <a:lnTo>
                    <a:pt x="4073" y="293"/>
                  </a:lnTo>
                  <a:lnTo>
                    <a:pt x="4071" y="295"/>
                  </a:lnTo>
                  <a:lnTo>
                    <a:pt x="4069" y="297"/>
                  </a:lnTo>
                  <a:lnTo>
                    <a:pt x="4064" y="297"/>
                  </a:lnTo>
                  <a:lnTo>
                    <a:pt x="4059" y="298"/>
                  </a:lnTo>
                  <a:lnTo>
                    <a:pt x="4057" y="295"/>
                  </a:lnTo>
                  <a:lnTo>
                    <a:pt x="4057" y="290"/>
                  </a:lnTo>
                  <a:lnTo>
                    <a:pt x="4057" y="288"/>
                  </a:lnTo>
                  <a:lnTo>
                    <a:pt x="4057" y="284"/>
                  </a:lnTo>
                  <a:lnTo>
                    <a:pt x="4057" y="283"/>
                  </a:lnTo>
                  <a:lnTo>
                    <a:pt x="4053" y="283"/>
                  </a:lnTo>
                  <a:lnTo>
                    <a:pt x="4050" y="281"/>
                  </a:lnTo>
                  <a:lnTo>
                    <a:pt x="4043" y="279"/>
                  </a:lnTo>
                  <a:lnTo>
                    <a:pt x="4043" y="283"/>
                  </a:lnTo>
                  <a:lnTo>
                    <a:pt x="4046" y="288"/>
                  </a:lnTo>
                  <a:lnTo>
                    <a:pt x="4050" y="290"/>
                  </a:lnTo>
                  <a:lnTo>
                    <a:pt x="4050" y="293"/>
                  </a:lnTo>
                  <a:lnTo>
                    <a:pt x="4050" y="298"/>
                  </a:lnTo>
                  <a:lnTo>
                    <a:pt x="4052" y="307"/>
                  </a:lnTo>
                  <a:lnTo>
                    <a:pt x="4046" y="312"/>
                  </a:lnTo>
                  <a:lnTo>
                    <a:pt x="4043" y="319"/>
                  </a:lnTo>
                  <a:lnTo>
                    <a:pt x="4039" y="326"/>
                  </a:lnTo>
                  <a:lnTo>
                    <a:pt x="4027" y="326"/>
                  </a:lnTo>
                  <a:lnTo>
                    <a:pt x="4025" y="312"/>
                  </a:lnTo>
                  <a:lnTo>
                    <a:pt x="4024" y="305"/>
                  </a:lnTo>
                  <a:lnTo>
                    <a:pt x="4020" y="298"/>
                  </a:lnTo>
                  <a:lnTo>
                    <a:pt x="4017" y="288"/>
                  </a:lnTo>
                  <a:lnTo>
                    <a:pt x="4027" y="288"/>
                  </a:lnTo>
                  <a:lnTo>
                    <a:pt x="4039" y="272"/>
                  </a:lnTo>
                  <a:lnTo>
                    <a:pt x="4055" y="258"/>
                  </a:lnTo>
                  <a:lnTo>
                    <a:pt x="4074" y="249"/>
                  </a:lnTo>
                  <a:lnTo>
                    <a:pt x="4081" y="248"/>
                  </a:lnTo>
                  <a:lnTo>
                    <a:pt x="4088" y="248"/>
                  </a:lnTo>
                  <a:lnTo>
                    <a:pt x="4094" y="249"/>
                  </a:lnTo>
                  <a:lnTo>
                    <a:pt x="4097" y="249"/>
                  </a:lnTo>
                  <a:lnTo>
                    <a:pt x="4100" y="249"/>
                  </a:lnTo>
                  <a:lnTo>
                    <a:pt x="4104" y="244"/>
                  </a:lnTo>
                  <a:lnTo>
                    <a:pt x="4107" y="239"/>
                  </a:lnTo>
                  <a:lnTo>
                    <a:pt x="4109" y="234"/>
                  </a:lnTo>
                  <a:lnTo>
                    <a:pt x="4111" y="230"/>
                  </a:lnTo>
                  <a:lnTo>
                    <a:pt x="4114" y="225"/>
                  </a:lnTo>
                  <a:lnTo>
                    <a:pt x="4120" y="222"/>
                  </a:lnTo>
                  <a:lnTo>
                    <a:pt x="4121" y="225"/>
                  </a:lnTo>
                  <a:lnTo>
                    <a:pt x="4123" y="227"/>
                  </a:lnTo>
                  <a:lnTo>
                    <a:pt x="4125" y="227"/>
                  </a:lnTo>
                  <a:lnTo>
                    <a:pt x="4125" y="227"/>
                  </a:lnTo>
                  <a:lnTo>
                    <a:pt x="4127" y="227"/>
                  </a:lnTo>
                  <a:lnTo>
                    <a:pt x="4128" y="225"/>
                  </a:lnTo>
                  <a:lnTo>
                    <a:pt x="4142" y="213"/>
                  </a:lnTo>
                  <a:lnTo>
                    <a:pt x="4151" y="202"/>
                  </a:lnTo>
                  <a:lnTo>
                    <a:pt x="4155" y="190"/>
                  </a:lnTo>
                  <a:lnTo>
                    <a:pt x="4158" y="176"/>
                  </a:lnTo>
                  <a:lnTo>
                    <a:pt x="4163" y="164"/>
                  </a:lnTo>
                  <a:lnTo>
                    <a:pt x="4174" y="148"/>
                  </a:lnTo>
                  <a:lnTo>
                    <a:pt x="4167" y="148"/>
                  </a:lnTo>
                  <a:lnTo>
                    <a:pt x="4162" y="145"/>
                  </a:lnTo>
                  <a:lnTo>
                    <a:pt x="4160" y="141"/>
                  </a:lnTo>
                  <a:lnTo>
                    <a:pt x="4158" y="138"/>
                  </a:lnTo>
                  <a:lnTo>
                    <a:pt x="4158" y="131"/>
                  </a:lnTo>
                  <a:lnTo>
                    <a:pt x="4158" y="122"/>
                  </a:lnTo>
                  <a:lnTo>
                    <a:pt x="4160" y="120"/>
                  </a:lnTo>
                  <a:lnTo>
                    <a:pt x="4160" y="120"/>
                  </a:lnTo>
                  <a:lnTo>
                    <a:pt x="4162" y="119"/>
                  </a:lnTo>
                  <a:lnTo>
                    <a:pt x="4162" y="117"/>
                  </a:lnTo>
                  <a:lnTo>
                    <a:pt x="4162" y="115"/>
                  </a:lnTo>
                  <a:lnTo>
                    <a:pt x="4169" y="113"/>
                  </a:lnTo>
                  <a:lnTo>
                    <a:pt x="4174" y="113"/>
                  </a:lnTo>
                  <a:lnTo>
                    <a:pt x="4177" y="112"/>
                  </a:lnTo>
                  <a:lnTo>
                    <a:pt x="4181" y="112"/>
                  </a:lnTo>
                  <a:lnTo>
                    <a:pt x="4181" y="94"/>
                  </a:lnTo>
                  <a:lnTo>
                    <a:pt x="4184" y="80"/>
                  </a:lnTo>
                  <a:lnTo>
                    <a:pt x="4193" y="71"/>
                  </a:lnTo>
                  <a:close/>
                  <a:moveTo>
                    <a:pt x="2414" y="68"/>
                  </a:moveTo>
                  <a:lnTo>
                    <a:pt x="2413" y="70"/>
                  </a:lnTo>
                  <a:lnTo>
                    <a:pt x="2411" y="70"/>
                  </a:lnTo>
                  <a:lnTo>
                    <a:pt x="2409" y="70"/>
                  </a:lnTo>
                  <a:lnTo>
                    <a:pt x="2409" y="71"/>
                  </a:lnTo>
                  <a:lnTo>
                    <a:pt x="2407" y="71"/>
                  </a:lnTo>
                  <a:lnTo>
                    <a:pt x="2404" y="75"/>
                  </a:lnTo>
                  <a:lnTo>
                    <a:pt x="2400" y="77"/>
                  </a:lnTo>
                  <a:lnTo>
                    <a:pt x="2400" y="78"/>
                  </a:lnTo>
                  <a:lnTo>
                    <a:pt x="2400" y="82"/>
                  </a:lnTo>
                  <a:lnTo>
                    <a:pt x="2400" y="85"/>
                  </a:lnTo>
                  <a:lnTo>
                    <a:pt x="2400" y="91"/>
                  </a:lnTo>
                  <a:lnTo>
                    <a:pt x="2414" y="105"/>
                  </a:lnTo>
                  <a:lnTo>
                    <a:pt x="2427" y="120"/>
                  </a:lnTo>
                  <a:lnTo>
                    <a:pt x="2439" y="138"/>
                  </a:lnTo>
                  <a:lnTo>
                    <a:pt x="2453" y="138"/>
                  </a:lnTo>
                  <a:lnTo>
                    <a:pt x="2453" y="148"/>
                  </a:lnTo>
                  <a:lnTo>
                    <a:pt x="2467" y="153"/>
                  </a:lnTo>
                  <a:lnTo>
                    <a:pt x="2477" y="160"/>
                  </a:lnTo>
                  <a:lnTo>
                    <a:pt x="2488" y="169"/>
                  </a:lnTo>
                  <a:lnTo>
                    <a:pt x="2488" y="173"/>
                  </a:lnTo>
                  <a:lnTo>
                    <a:pt x="2484" y="173"/>
                  </a:lnTo>
                  <a:lnTo>
                    <a:pt x="2481" y="173"/>
                  </a:lnTo>
                  <a:lnTo>
                    <a:pt x="2477" y="173"/>
                  </a:lnTo>
                  <a:lnTo>
                    <a:pt x="2475" y="173"/>
                  </a:lnTo>
                  <a:lnTo>
                    <a:pt x="2472" y="171"/>
                  </a:lnTo>
                  <a:lnTo>
                    <a:pt x="2467" y="169"/>
                  </a:lnTo>
                  <a:lnTo>
                    <a:pt x="2462" y="169"/>
                  </a:lnTo>
                  <a:lnTo>
                    <a:pt x="2462" y="174"/>
                  </a:lnTo>
                  <a:lnTo>
                    <a:pt x="2463" y="178"/>
                  </a:lnTo>
                  <a:lnTo>
                    <a:pt x="2465" y="181"/>
                  </a:lnTo>
                  <a:lnTo>
                    <a:pt x="2465" y="183"/>
                  </a:lnTo>
                  <a:lnTo>
                    <a:pt x="2467" y="187"/>
                  </a:lnTo>
                  <a:lnTo>
                    <a:pt x="2468" y="192"/>
                  </a:lnTo>
                  <a:lnTo>
                    <a:pt x="2463" y="195"/>
                  </a:lnTo>
                  <a:lnTo>
                    <a:pt x="2460" y="199"/>
                  </a:lnTo>
                  <a:lnTo>
                    <a:pt x="2456" y="204"/>
                  </a:lnTo>
                  <a:lnTo>
                    <a:pt x="2453" y="211"/>
                  </a:lnTo>
                  <a:lnTo>
                    <a:pt x="2442" y="211"/>
                  </a:lnTo>
                  <a:lnTo>
                    <a:pt x="2442" y="234"/>
                  </a:lnTo>
                  <a:lnTo>
                    <a:pt x="2434" y="234"/>
                  </a:lnTo>
                  <a:lnTo>
                    <a:pt x="2425" y="227"/>
                  </a:lnTo>
                  <a:lnTo>
                    <a:pt x="2414" y="223"/>
                  </a:lnTo>
                  <a:lnTo>
                    <a:pt x="2406" y="218"/>
                  </a:lnTo>
                  <a:lnTo>
                    <a:pt x="2400" y="206"/>
                  </a:lnTo>
                  <a:lnTo>
                    <a:pt x="2414" y="208"/>
                  </a:lnTo>
                  <a:lnTo>
                    <a:pt x="2428" y="206"/>
                  </a:lnTo>
                  <a:lnTo>
                    <a:pt x="2439" y="202"/>
                  </a:lnTo>
                  <a:lnTo>
                    <a:pt x="2446" y="195"/>
                  </a:lnTo>
                  <a:lnTo>
                    <a:pt x="2448" y="194"/>
                  </a:lnTo>
                  <a:lnTo>
                    <a:pt x="2448" y="192"/>
                  </a:lnTo>
                  <a:lnTo>
                    <a:pt x="2449" y="190"/>
                  </a:lnTo>
                  <a:lnTo>
                    <a:pt x="2449" y="187"/>
                  </a:lnTo>
                  <a:lnTo>
                    <a:pt x="2449" y="183"/>
                  </a:lnTo>
                  <a:lnTo>
                    <a:pt x="2423" y="164"/>
                  </a:lnTo>
                  <a:lnTo>
                    <a:pt x="2395" y="145"/>
                  </a:lnTo>
                  <a:lnTo>
                    <a:pt x="2386" y="134"/>
                  </a:lnTo>
                  <a:lnTo>
                    <a:pt x="2378" y="124"/>
                  </a:lnTo>
                  <a:lnTo>
                    <a:pt x="2371" y="112"/>
                  </a:lnTo>
                  <a:lnTo>
                    <a:pt x="2360" y="101"/>
                  </a:lnTo>
                  <a:lnTo>
                    <a:pt x="2346" y="96"/>
                  </a:lnTo>
                  <a:lnTo>
                    <a:pt x="2334" y="106"/>
                  </a:lnTo>
                  <a:lnTo>
                    <a:pt x="2318" y="115"/>
                  </a:lnTo>
                  <a:lnTo>
                    <a:pt x="2299" y="119"/>
                  </a:lnTo>
                  <a:lnTo>
                    <a:pt x="2297" y="115"/>
                  </a:lnTo>
                  <a:lnTo>
                    <a:pt x="2296" y="112"/>
                  </a:lnTo>
                  <a:lnTo>
                    <a:pt x="2294" y="110"/>
                  </a:lnTo>
                  <a:lnTo>
                    <a:pt x="2290" y="110"/>
                  </a:lnTo>
                  <a:lnTo>
                    <a:pt x="2289" y="110"/>
                  </a:lnTo>
                  <a:lnTo>
                    <a:pt x="2285" y="112"/>
                  </a:lnTo>
                  <a:lnTo>
                    <a:pt x="2276" y="119"/>
                  </a:lnTo>
                  <a:lnTo>
                    <a:pt x="2273" y="129"/>
                  </a:lnTo>
                  <a:lnTo>
                    <a:pt x="2271" y="140"/>
                  </a:lnTo>
                  <a:lnTo>
                    <a:pt x="2266" y="148"/>
                  </a:lnTo>
                  <a:lnTo>
                    <a:pt x="2247" y="148"/>
                  </a:lnTo>
                  <a:lnTo>
                    <a:pt x="2240" y="157"/>
                  </a:lnTo>
                  <a:lnTo>
                    <a:pt x="2235" y="167"/>
                  </a:lnTo>
                  <a:lnTo>
                    <a:pt x="2231" y="180"/>
                  </a:lnTo>
                  <a:lnTo>
                    <a:pt x="2229" y="181"/>
                  </a:lnTo>
                  <a:lnTo>
                    <a:pt x="2229" y="185"/>
                  </a:lnTo>
                  <a:lnTo>
                    <a:pt x="2231" y="187"/>
                  </a:lnTo>
                  <a:lnTo>
                    <a:pt x="2233" y="188"/>
                  </a:lnTo>
                  <a:lnTo>
                    <a:pt x="2236" y="192"/>
                  </a:lnTo>
                  <a:lnTo>
                    <a:pt x="2238" y="195"/>
                  </a:lnTo>
                  <a:lnTo>
                    <a:pt x="2233" y="195"/>
                  </a:lnTo>
                  <a:lnTo>
                    <a:pt x="2231" y="197"/>
                  </a:lnTo>
                  <a:lnTo>
                    <a:pt x="2229" y="197"/>
                  </a:lnTo>
                  <a:lnTo>
                    <a:pt x="2228" y="199"/>
                  </a:lnTo>
                  <a:lnTo>
                    <a:pt x="2226" y="201"/>
                  </a:lnTo>
                  <a:lnTo>
                    <a:pt x="2222" y="202"/>
                  </a:lnTo>
                  <a:lnTo>
                    <a:pt x="2222" y="206"/>
                  </a:lnTo>
                  <a:lnTo>
                    <a:pt x="2222" y="206"/>
                  </a:lnTo>
                  <a:lnTo>
                    <a:pt x="2222" y="208"/>
                  </a:lnTo>
                  <a:lnTo>
                    <a:pt x="2222" y="208"/>
                  </a:lnTo>
                  <a:lnTo>
                    <a:pt x="2222" y="209"/>
                  </a:lnTo>
                  <a:lnTo>
                    <a:pt x="2222" y="215"/>
                  </a:lnTo>
                  <a:lnTo>
                    <a:pt x="2210" y="216"/>
                  </a:lnTo>
                  <a:lnTo>
                    <a:pt x="2205" y="220"/>
                  </a:lnTo>
                  <a:lnTo>
                    <a:pt x="2201" y="223"/>
                  </a:lnTo>
                  <a:lnTo>
                    <a:pt x="2198" y="229"/>
                  </a:lnTo>
                  <a:lnTo>
                    <a:pt x="2193" y="234"/>
                  </a:lnTo>
                  <a:lnTo>
                    <a:pt x="2187" y="236"/>
                  </a:lnTo>
                  <a:lnTo>
                    <a:pt x="2184" y="236"/>
                  </a:lnTo>
                  <a:lnTo>
                    <a:pt x="2179" y="234"/>
                  </a:lnTo>
                  <a:lnTo>
                    <a:pt x="2175" y="232"/>
                  </a:lnTo>
                  <a:lnTo>
                    <a:pt x="2172" y="230"/>
                  </a:lnTo>
                  <a:lnTo>
                    <a:pt x="2170" y="230"/>
                  </a:lnTo>
                  <a:lnTo>
                    <a:pt x="2167" y="232"/>
                  </a:lnTo>
                  <a:lnTo>
                    <a:pt x="2163" y="234"/>
                  </a:lnTo>
                  <a:lnTo>
                    <a:pt x="2160" y="236"/>
                  </a:lnTo>
                  <a:lnTo>
                    <a:pt x="2154" y="237"/>
                  </a:lnTo>
                  <a:lnTo>
                    <a:pt x="2154" y="246"/>
                  </a:lnTo>
                  <a:lnTo>
                    <a:pt x="2203" y="253"/>
                  </a:lnTo>
                  <a:lnTo>
                    <a:pt x="2217" y="246"/>
                  </a:lnTo>
                  <a:lnTo>
                    <a:pt x="2231" y="237"/>
                  </a:lnTo>
                  <a:lnTo>
                    <a:pt x="2242" y="230"/>
                  </a:lnTo>
                  <a:lnTo>
                    <a:pt x="2257" y="227"/>
                  </a:lnTo>
                  <a:lnTo>
                    <a:pt x="2280" y="223"/>
                  </a:lnTo>
                  <a:lnTo>
                    <a:pt x="2304" y="222"/>
                  </a:lnTo>
                  <a:lnTo>
                    <a:pt x="2331" y="222"/>
                  </a:lnTo>
                  <a:lnTo>
                    <a:pt x="2353" y="222"/>
                  </a:lnTo>
                  <a:lnTo>
                    <a:pt x="2372" y="223"/>
                  </a:lnTo>
                  <a:lnTo>
                    <a:pt x="2381" y="225"/>
                  </a:lnTo>
                  <a:lnTo>
                    <a:pt x="2385" y="225"/>
                  </a:lnTo>
                  <a:lnTo>
                    <a:pt x="2379" y="241"/>
                  </a:lnTo>
                  <a:lnTo>
                    <a:pt x="2376" y="258"/>
                  </a:lnTo>
                  <a:lnTo>
                    <a:pt x="2372" y="276"/>
                  </a:lnTo>
                  <a:lnTo>
                    <a:pt x="2378" y="279"/>
                  </a:lnTo>
                  <a:lnTo>
                    <a:pt x="2379" y="283"/>
                  </a:lnTo>
                  <a:lnTo>
                    <a:pt x="2383" y="286"/>
                  </a:lnTo>
                  <a:lnTo>
                    <a:pt x="2385" y="288"/>
                  </a:lnTo>
                  <a:lnTo>
                    <a:pt x="2388" y="291"/>
                  </a:lnTo>
                  <a:lnTo>
                    <a:pt x="2400" y="295"/>
                  </a:lnTo>
                  <a:lnTo>
                    <a:pt x="2414" y="295"/>
                  </a:lnTo>
                  <a:lnTo>
                    <a:pt x="2428" y="297"/>
                  </a:lnTo>
                  <a:lnTo>
                    <a:pt x="2442" y="304"/>
                  </a:lnTo>
                  <a:lnTo>
                    <a:pt x="2446" y="318"/>
                  </a:lnTo>
                  <a:lnTo>
                    <a:pt x="2453" y="321"/>
                  </a:lnTo>
                  <a:lnTo>
                    <a:pt x="2463" y="325"/>
                  </a:lnTo>
                  <a:lnTo>
                    <a:pt x="2477" y="328"/>
                  </a:lnTo>
                  <a:lnTo>
                    <a:pt x="2489" y="332"/>
                  </a:lnTo>
                  <a:lnTo>
                    <a:pt x="2496" y="333"/>
                  </a:lnTo>
                  <a:lnTo>
                    <a:pt x="2498" y="323"/>
                  </a:lnTo>
                  <a:lnTo>
                    <a:pt x="2502" y="314"/>
                  </a:lnTo>
                  <a:lnTo>
                    <a:pt x="2505" y="305"/>
                  </a:lnTo>
                  <a:lnTo>
                    <a:pt x="2516" y="298"/>
                  </a:lnTo>
                  <a:lnTo>
                    <a:pt x="2531" y="295"/>
                  </a:lnTo>
                  <a:lnTo>
                    <a:pt x="2545" y="298"/>
                  </a:lnTo>
                  <a:lnTo>
                    <a:pt x="2559" y="305"/>
                  </a:lnTo>
                  <a:lnTo>
                    <a:pt x="2573" y="311"/>
                  </a:lnTo>
                  <a:lnTo>
                    <a:pt x="2580" y="312"/>
                  </a:lnTo>
                  <a:lnTo>
                    <a:pt x="2594" y="314"/>
                  </a:lnTo>
                  <a:lnTo>
                    <a:pt x="2608" y="318"/>
                  </a:lnTo>
                  <a:lnTo>
                    <a:pt x="2622" y="319"/>
                  </a:lnTo>
                  <a:lnTo>
                    <a:pt x="2633" y="321"/>
                  </a:lnTo>
                  <a:lnTo>
                    <a:pt x="2638" y="323"/>
                  </a:lnTo>
                  <a:lnTo>
                    <a:pt x="2641" y="321"/>
                  </a:lnTo>
                  <a:lnTo>
                    <a:pt x="2643" y="318"/>
                  </a:lnTo>
                  <a:lnTo>
                    <a:pt x="2645" y="316"/>
                  </a:lnTo>
                  <a:lnTo>
                    <a:pt x="2648" y="312"/>
                  </a:lnTo>
                  <a:lnTo>
                    <a:pt x="2652" y="311"/>
                  </a:lnTo>
                  <a:lnTo>
                    <a:pt x="2655" y="311"/>
                  </a:lnTo>
                  <a:lnTo>
                    <a:pt x="2660" y="311"/>
                  </a:lnTo>
                  <a:lnTo>
                    <a:pt x="2673" y="314"/>
                  </a:lnTo>
                  <a:lnTo>
                    <a:pt x="2683" y="319"/>
                  </a:lnTo>
                  <a:lnTo>
                    <a:pt x="2695" y="318"/>
                  </a:lnTo>
                  <a:lnTo>
                    <a:pt x="2708" y="314"/>
                  </a:lnTo>
                  <a:lnTo>
                    <a:pt x="2709" y="300"/>
                  </a:lnTo>
                  <a:lnTo>
                    <a:pt x="2716" y="283"/>
                  </a:lnTo>
                  <a:lnTo>
                    <a:pt x="2722" y="267"/>
                  </a:lnTo>
                  <a:lnTo>
                    <a:pt x="2725" y="253"/>
                  </a:lnTo>
                  <a:lnTo>
                    <a:pt x="2722" y="241"/>
                  </a:lnTo>
                  <a:lnTo>
                    <a:pt x="2720" y="237"/>
                  </a:lnTo>
                  <a:lnTo>
                    <a:pt x="2720" y="234"/>
                  </a:lnTo>
                  <a:lnTo>
                    <a:pt x="2718" y="232"/>
                  </a:lnTo>
                  <a:lnTo>
                    <a:pt x="2716" y="230"/>
                  </a:lnTo>
                  <a:lnTo>
                    <a:pt x="2713" y="230"/>
                  </a:lnTo>
                  <a:lnTo>
                    <a:pt x="2709" y="230"/>
                  </a:lnTo>
                  <a:lnTo>
                    <a:pt x="2702" y="230"/>
                  </a:lnTo>
                  <a:lnTo>
                    <a:pt x="2694" y="237"/>
                  </a:lnTo>
                  <a:lnTo>
                    <a:pt x="2687" y="239"/>
                  </a:lnTo>
                  <a:lnTo>
                    <a:pt x="2680" y="237"/>
                  </a:lnTo>
                  <a:lnTo>
                    <a:pt x="2673" y="234"/>
                  </a:lnTo>
                  <a:lnTo>
                    <a:pt x="2664" y="230"/>
                  </a:lnTo>
                  <a:lnTo>
                    <a:pt x="2659" y="229"/>
                  </a:lnTo>
                  <a:lnTo>
                    <a:pt x="2655" y="230"/>
                  </a:lnTo>
                  <a:lnTo>
                    <a:pt x="2650" y="232"/>
                  </a:lnTo>
                  <a:lnTo>
                    <a:pt x="2648" y="236"/>
                  </a:lnTo>
                  <a:lnTo>
                    <a:pt x="2645" y="239"/>
                  </a:lnTo>
                  <a:lnTo>
                    <a:pt x="2641" y="241"/>
                  </a:lnTo>
                  <a:lnTo>
                    <a:pt x="2626" y="237"/>
                  </a:lnTo>
                  <a:lnTo>
                    <a:pt x="2610" y="227"/>
                  </a:lnTo>
                  <a:lnTo>
                    <a:pt x="2598" y="211"/>
                  </a:lnTo>
                  <a:lnTo>
                    <a:pt x="2592" y="195"/>
                  </a:lnTo>
                  <a:lnTo>
                    <a:pt x="2592" y="192"/>
                  </a:lnTo>
                  <a:lnTo>
                    <a:pt x="2592" y="188"/>
                  </a:lnTo>
                  <a:lnTo>
                    <a:pt x="2592" y="185"/>
                  </a:lnTo>
                  <a:lnTo>
                    <a:pt x="2592" y="181"/>
                  </a:lnTo>
                  <a:lnTo>
                    <a:pt x="2592" y="178"/>
                  </a:lnTo>
                  <a:lnTo>
                    <a:pt x="2594" y="174"/>
                  </a:lnTo>
                  <a:lnTo>
                    <a:pt x="2596" y="169"/>
                  </a:lnTo>
                  <a:lnTo>
                    <a:pt x="2592" y="166"/>
                  </a:lnTo>
                  <a:lnTo>
                    <a:pt x="2589" y="164"/>
                  </a:lnTo>
                  <a:lnTo>
                    <a:pt x="2587" y="162"/>
                  </a:lnTo>
                  <a:lnTo>
                    <a:pt x="2585" y="160"/>
                  </a:lnTo>
                  <a:lnTo>
                    <a:pt x="2582" y="159"/>
                  </a:lnTo>
                  <a:lnTo>
                    <a:pt x="2577" y="157"/>
                  </a:lnTo>
                  <a:lnTo>
                    <a:pt x="2575" y="155"/>
                  </a:lnTo>
                  <a:lnTo>
                    <a:pt x="2573" y="155"/>
                  </a:lnTo>
                  <a:lnTo>
                    <a:pt x="2571" y="153"/>
                  </a:lnTo>
                  <a:lnTo>
                    <a:pt x="2568" y="153"/>
                  </a:lnTo>
                  <a:lnTo>
                    <a:pt x="2564" y="153"/>
                  </a:lnTo>
                  <a:lnTo>
                    <a:pt x="2564" y="157"/>
                  </a:lnTo>
                  <a:lnTo>
                    <a:pt x="2561" y="157"/>
                  </a:lnTo>
                  <a:lnTo>
                    <a:pt x="2561" y="162"/>
                  </a:lnTo>
                  <a:lnTo>
                    <a:pt x="2563" y="166"/>
                  </a:lnTo>
                  <a:lnTo>
                    <a:pt x="2563" y="167"/>
                  </a:lnTo>
                  <a:lnTo>
                    <a:pt x="2563" y="169"/>
                  </a:lnTo>
                  <a:lnTo>
                    <a:pt x="2561" y="171"/>
                  </a:lnTo>
                  <a:lnTo>
                    <a:pt x="2559" y="171"/>
                  </a:lnTo>
                  <a:lnTo>
                    <a:pt x="2556" y="171"/>
                  </a:lnTo>
                  <a:lnTo>
                    <a:pt x="2549" y="173"/>
                  </a:lnTo>
                  <a:lnTo>
                    <a:pt x="2547" y="169"/>
                  </a:lnTo>
                  <a:lnTo>
                    <a:pt x="2545" y="167"/>
                  </a:lnTo>
                  <a:lnTo>
                    <a:pt x="2545" y="166"/>
                  </a:lnTo>
                  <a:lnTo>
                    <a:pt x="2542" y="164"/>
                  </a:lnTo>
                  <a:lnTo>
                    <a:pt x="2542" y="169"/>
                  </a:lnTo>
                  <a:lnTo>
                    <a:pt x="2551" y="180"/>
                  </a:lnTo>
                  <a:lnTo>
                    <a:pt x="2558" y="195"/>
                  </a:lnTo>
                  <a:lnTo>
                    <a:pt x="2561" y="211"/>
                  </a:lnTo>
                  <a:lnTo>
                    <a:pt x="2556" y="215"/>
                  </a:lnTo>
                  <a:lnTo>
                    <a:pt x="2552" y="216"/>
                  </a:lnTo>
                  <a:lnTo>
                    <a:pt x="2551" y="220"/>
                  </a:lnTo>
                  <a:lnTo>
                    <a:pt x="2549" y="223"/>
                  </a:lnTo>
                  <a:lnTo>
                    <a:pt x="2549" y="225"/>
                  </a:lnTo>
                  <a:lnTo>
                    <a:pt x="2547" y="229"/>
                  </a:lnTo>
                  <a:lnTo>
                    <a:pt x="2545" y="230"/>
                  </a:lnTo>
                  <a:lnTo>
                    <a:pt x="2540" y="232"/>
                  </a:lnTo>
                  <a:lnTo>
                    <a:pt x="2535" y="234"/>
                  </a:lnTo>
                  <a:lnTo>
                    <a:pt x="2533" y="232"/>
                  </a:lnTo>
                  <a:lnTo>
                    <a:pt x="2531" y="232"/>
                  </a:lnTo>
                  <a:lnTo>
                    <a:pt x="2531" y="232"/>
                  </a:lnTo>
                  <a:lnTo>
                    <a:pt x="2530" y="230"/>
                  </a:lnTo>
                  <a:lnTo>
                    <a:pt x="2526" y="230"/>
                  </a:lnTo>
                  <a:lnTo>
                    <a:pt x="2510" y="183"/>
                  </a:lnTo>
                  <a:lnTo>
                    <a:pt x="2507" y="181"/>
                  </a:lnTo>
                  <a:lnTo>
                    <a:pt x="2503" y="178"/>
                  </a:lnTo>
                  <a:lnTo>
                    <a:pt x="2498" y="174"/>
                  </a:lnTo>
                  <a:lnTo>
                    <a:pt x="2495" y="173"/>
                  </a:lnTo>
                  <a:lnTo>
                    <a:pt x="2491" y="169"/>
                  </a:lnTo>
                  <a:lnTo>
                    <a:pt x="2489" y="159"/>
                  </a:lnTo>
                  <a:lnTo>
                    <a:pt x="2491" y="150"/>
                  </a:lnTo>
                  <a:lnTo>
                    <a:pt x="2493" y="143"/>
                  </a:lnTo>
                  <a:lnTo>
                    <a:pt x="2493" y="136"/>
                  </a:lnTo>
                  <a:lnTo>
                    <a:pt x="2488" y="131"/>
                  </a:lnTo>
                  <a:lnTo>
                    <a:pt x="2475" y="122"/>
                  </a:lnTo>
                  <a:lnTo>
                    <a:pt x="2465" y="117"/>
                  </a:lnTo>
                  <a:lnTo>
                    <a:pt x="2456" y="115"/>
                  </a:lnTo>
                  <a:lnTo>
                    <a:pt x="2448" y="110"/>
                  </a:lnTo>
                  <a:lnTo>
                    <a:pt x="2441" y="99"/>
                  </a:lnTo>
                  <a:lnTo>
                    <a:pt x="2434" y="80"/>
                  </a:lnTo>
                  <a:lnTo>
                    <a:pt x="2420" y="84"/>
                  </a:lnTo>
                  <a:lnTo>
                    <a:pt x="2418" y="78"/>
                  </a:lnTo>
                  <a:lnTo>
                    <a:pt x="2418" y="75"/>
                  </a:lnTo>
                  <a:lnTo>
                    <a:pt x="2416" y="71"/>
                  </a:lnTo>
                  <a:lnTo>
                    <a:pt x="2414" y="68"/>
                  </a:lnTo>
                  <a:close/>
                  <a:moveTo>
                    <a:pt x="1217" y="64"/>
                  </a:moveTo>
                  <a:lnTo>
                    <a:pt x="1215" y="68"/>
                  </a:lnTo>
                  <a:lnTo>
                    <a:pt x="1212" y="71"/>
                  </a:lnTo>
                  <a:lnTo>
                    <a:pt x="1210" y="73"/>
                  </a:lnTo>
                  <a:lnTo>
                    <a:pt x="1208" y="75"/>
                  </a:lnTo>
                  <a:lnTo>
                    <a:pt x="1208" y="77"/>
                  </a:lnTo>
                  <a:lnTo>
                    <a:pt x="1210" y="78"/>
                  </a:lnTo>
                  <a:lnTo>
                    <a:pt x="1214" y="80"/>
                  </a:lnTo>
                  <a:lnTo>
                    <a:pt x="1215" y="75"/>
                  </a:lnTo>
                  <a:lnTo>
                    <a:pt x="1215" y="73"/>
                  </a:lnTo>
                  <a:lnTo>
                    <a:pt x="1217" y="70"/>
                  </a:lnTo>
                  <a:lnTo>
                    <a:pt x="1219" y="68"/>
                  </a:lnTo>
                  <a:lnTo>
                    <a:pt x="1220" y="64"/>
                  </a:lnTo>
                  <a:lnTo>
                    <a:pt x="1217" y="64"/>
                  </a:lnTo>
                  <a:close/>
                  <a:moveTo>
                    <a:pt x="2654" y="49"/>
                  </a:moveTo>
                  <a:lnTo>
                    <a:pt x="2650" y="57"/>
                  </a:lnTo>
                  <a:lnTo>
                    <a:pt x="2643" y="70"/>
                  </a:lnTo>
                  <a:lnTo>
                    <a:pt x="2634" y="84"/>
                  </a:lnTo>
                  <a:lnTo>
                    <a:pt x="2626" y="98"/>
                  </a:lnTo>
                  <a:lnTo>
                    <a:pt x="2619" y="110"/>
                  </a:lnTo>
                  <a:lnTo>
                    <a:pt x="2615" y="120"/>
                  </a:lnTo>
                  <a:lnTo>
                    <a:pt x="2615" y="126"/>
                  </a:lnTo>
                  <a:lnTo>
                    <a:pt x="2617" y="133"/>
                  </a:lnTo>
                  <a:lnTo>
                    <a:pt x="2617" y="136"/>
                  </a:lnTo>
                  <a:lnTo>
                    <a:pt x="2619" y="140"/>
                  </a:lnTo>
                  <a:lnTo>
                    <a:pt x="2622" y="141"/>
                  </a:lnTo>
                  <a:lnTo>
                    <a:pt x="2626" y="143"/>
                  </a:lnTo>
                  <a:lnTo>
                    <a:pt x="2631" y="145"/>
                  </a:lnTo>
                  <a:lnTo>
                    <a:pt x="2645" y="150"/>
                  </a:lnTo>
                  <a:lnTo>
                    <a:pt x="2659" y="148"/>
                  </a:lnTo>
                  <a:lnTo>
                    <a:pt x="2671" y="143"/>
                  </a:lnTo>
                  <a:lnTo>
                    <a:pt x="2685" y="136"/>
                  </a:lnTo>
                  <a:lnTo>
                    <a:pt x="2699" y="134"/>
                  </a:lnTo>
                  <a:lnTo>
                    <a:pt x="2713" y="134"/>
                  </a:lnTo>
                  <a:lnTo>
                    <a:pt x="2722" y="140"/>
                  </a:lnTo>
                  <a:lnTo>
                    <a:pt x="2729" y="145"/>
                  </a:lnTo>
                  <a:lnTo>
                    <a:pt x="2737" y="148"/>
                  </a:lnTo>
                  <a:lnTo>
                    <a:pt x="2758" y="152"/>
                  </a:lnTo>
                  <a:lnTo>
                    <a:pt x="2779" y="150"/>
                  </a:lnTo>
                  <a:lnTo>
                    <a:pt x="2798" y="145"/>
                  </a:lnTo>
                  <a:lnTo>
                    <a:pt x="2804" y="134"/>
                  </a:lnTo>
                  <a:lnTo>
                    <a:pt x="2798" y="134"/>
                  </a:lnTo>
                  <a:lnTo>
                    <a:pt x="2790" y="120"/>
                  </a:lnTo>
                  <a:lnTo>
                    <a:pt x="2776" y="108"/>
                  </a:lnTo>
                  <a:lnTo>
                    <a:pt x="2756" y="96"/>
                  </a:lnTo>
                  <a:lnTo>
                    <a:pt x="2737" y="85"/>
                  </a:lnTo>
                  <a:lnTo>
                    <a:pt x="2722" y="80"/>
                  </a:lnTo>
                  <a:lnTo>
                    <a:pt x="2713" y="87"/>
                  </a:lnTo>
                  <a:lnTo>
                    <a:pt x="2701" y="92"/>
                  </a:lnTo>
                  <a:lnTo>
                    <a:pt x="2692" y="91"/>
                  </a:lnTo>
                  <a:lnTo>
                    <a:pt x="2687" y="84"/>
                  </a:lnTo>
                  <a:lnTo>
                    <a:pt x="2680" y="77"/>
                  </a:lnTo>
                  <a:lnTo>
                    <a:pt x="2676" y="68"/>
                  </a:lnTo>
                  <a:lnTo>
                    <a:pt x="2688" y="64"/>
                  </a:lnTo>
                  <a:lnTo>
                    <a:pt x="2687" y="63"/>
                  </a:lnTo>
                  <a:lnTo>
                    <a:pt x="2685" y="63"/>
                  </a:lnTo>
                  <a:lnTo>
                    <a:pt x="2685" y="63"/>
                  </a:lnTo>
                  <a:lnTo>
                    <a:pt x="2683" y="63"/>
                  </a:lnTo>
                  <a:lnTo>
                    <a:pt x="2680" y="61"/>
                  </a:lnTo>
                  <a:lnTo>
                    <a:pt x="2674" y="56"/>
                  </a:lnTo>
                  <a:lnTo>
                    <a:pt x="2669" y="54"/>
                  </a:lnTo>
                  <a:lnTo>
                    <a:pt x="2662" y="51"/>
                  </a:lnTo>
                  <a:lnTo>
                    <a:pt x="2654" y="49"/>
                  </a:lnTo>
                  <a:close/>
                  <a:moveTo>
                    <a:pt x="2933" y="45"/>
                  </a:moveTo>
                  <a:lnTo>
                    <a:pt x="2922" y="54"/>
                  </a:lnTo>
                  <a:lnTo>
                    <a:pt x="2910" y="59"/>
                  </a:lnTo>
                  <a:lnTo>
                    <a:pt x="2898" y="64"/>
                  </a:lnTo>
                  <a:lnTo>
                    <a:pt x="2887" y="73"/>
                  </a:lnTo>
                  <a:lnTo>
                    <a:pt x="2880" y="84"/>
                  </a:lnTo>
                  <a:lnTo>
                    <a:pt x="2877" y="99"/>
                  </a:lnTo>
                  <a:lnTo>
                    <a:pt x="2882" y="115"/>
                  </a:lnTo>
                  <a:lnTo>
                    <a:pt x="2893" y="131"/>
                  </a:lnTo>
                  <a:lnTo>
                    <a:pt x="2903" y="147"/>
                  </a:lnTo>
                  <a:lnTo>
                    <a:pt x="2915" y="160"/>
                  </a:lnTo>
                  <a:lnTo>
                    <a:pt x="2922" y="173"/>
                  </a:lnTo>
                  <a:lnTo>
                    <a:pt x="2910" y="173"/>
                  </a:lnTo>
                  <a:lnTo>
                    <a:pt x="2910" y="195"/>
                  </a:lnTo>
                  <a:lnTo>
                    <a:pt x="2914" y="211"/>
                  </a:lnTo>
                  <a:lnTo>
                    <a:pt x="2924" y="220"/>
                  </a:lnTo>
                  <a:lnTo>
                    <a:pt x="2942" y="223"/>
                  </a:lnTo>
                  <a:lnTo>
                    <a:pt x="2968" y="222"/>
                  </a:lnTo>
                  <a:lnTo>
                    <a:pt x="2966" y="202"/>
                  </a:lnTo>
                  <a:lnTo>
                    <a:pt x="2962" y="190"/>
                  </a:lnTo>
                  <a:lnTo>
                    <a:pt x="2957" y="180"/>
                  </a:lnTo>
                  <a:lnTo>
                    <a:pt x="2955" y="169"/>
                  </a:lnTo>
                  <a:lnTo>
                    <a:pt x="2957" y="153"/>
                  </a:lnTo>
                  <a:lnTo>
                    <a:pt x="2961" y="155"/>
                  </a:lnTo>
                  <a:lnTo>
                    <a:pt x="2964" y="155"/>
                  </a:lnTo>
                  <a:lnTo>
                    <a:pt x="2968" y="155"/>
                  </a:lnTo>
                  <a:lnTo>
                    <a:pt x="2971" y="155"/>
                  </a:lnTo>
                  <a:lnTo>
                    <a:pt x="2976" y="153"/>
                  </a:lnTo>
                  <a:lnTo>
                    <a:pt x="2973" y="150"/>
                  </a:lnTo>
                  <a:lnTo>
                    <a:pt x="2969" y="148"/>
                  </a:lnTo>
                  <a:lnTo>
                    <a:pt x="2968" y="147"/>
                  </a:lnTo>
                  <a:lnTo>
                    <a:pt x="2964" y="143"/>
                  </a:lnTo>
                  <a:lnTo>
                    <a:pt x="2961" y="141"/>
                  </a:lnTo>
                  <a:lnTo>
                    <a:pt x="2959" y="143"/>
                  </a:lnTo>
                  <a:lnTo>
                    <a:pt x="2959" y="147"/>
                  </a:lnTo>
                  <a:lnTo>
                    <a:pt x="2957" y="150"/>
                  </a:lnTo>
                  <a:lnTo>
                    <a:pt x="2957" y="152"/>
                  </a:lnTo>
                  <a:lnTo>
                    <a:pt x="2955" y="153"/>
                  </a:lnTo>
                  <a:lnTo>
                    <a:pt x="2954" y="152"/>
                  </a:lnTo>
                  <a:lnTo>
                    <a:pt x="2952" y="148"/>
                  </a:lnTo>
                  <a:lnTo>
                    <a:pt x="2947" y="140"/>
                  </a:lnTo>
                  <a:lnTo>
                    <a:pt x="2942" y="131"/>
                  </a:lnTo>
                  <a:lnTo>
                    <a:pt x="2943" y="127"/>
                  </a:lnTo>
                  <a:lnTo>
                    <a:pt x="2945" y="127"/>
                  </a:lnTo>
                  <a:lnTo>
                    <a:pt x="2947" y="126"/>
                  </a:lnTo>
                  <a:lnTo>
                    <a:pt x="2948" y="122"/>
                  </a:lnTo>
                  <a:lnTo>
                    <a:pt x="2933" y="113"/>
                  </a:lnTo>
                  <a:lnTo>
                    <a:pt x="2921" y="99"/>
                  </a:lnTo>
                  <a:lnTo>
                    <a:pt x="2914" y="84"/>
                  </a:lnTo>
                  <a:lnTo>
                    <a:pt x="2933" y="82"/>
                  </a:lnTo>
                  <a:lnTo>
                    <a:pt x="2947" y="77"/>
                  </a:lnTo>
                  <a:lnTo>
                    <a:pt x="2954" y="64"/>
                  </a:lnTo>
                  <a:lnTo>
                    <a:pt x="2957" y="49"/>
                  </a:lnTo>
                  <a:lnTo>
                    <a:pt x="2952" y="47"/>
                  </a:lnTo>
                  <a:lnTo>
                    <a:pt x="2947" y="47"/>
                  </a:lnTo>
                  <a:lnTo>
                    <a:pt x="2942" y="45"/>
                  </a:lnTo>
                  <a:lnTo>
                    <a:pt x="2933" y="45"/>
                  </a:lnTo>
                  <a:close/>
                  <a:moveTo>
                    <a:pt x="2746" y="42"/>
                  </a:moveTo>
                  <a:lnTo>
                    <a:pt x="2732" y="49"/>
                  </a:lnTo>
                  <a:lnTo>
                    <a:pt x="2715" y="54"/>
                  </a:lnTo>
                  <a:lnTo>
                    <a:pt x="2715" y="68"/>
                  </a:lnTo>
                  <a:lnTo>
                    <a:pt x="2722" y="70"/>
                  </a:lnTo>
                  <a:lnTo>
                    <a:pt x="2730" y="71"/>
                  </a:lnTo>
                  <a:lnTo>
                    <a:pt x="2741" y="71"/>
                  </a:lnTo>
                  <a:lnTo>
                    <a:pt x="2741" y="64"/>
                  </a:lnTo>
                  <a:lnTo>
                    <a:pt x="2744" y="59"/>
                  </a:lnTo>
                  <a:lnTo>
                    <a:pt x="2746" y="54"/>
                  </a:lnTo>
                  <a:lnTo>
                    <a:pt x="2746" y="49"/>
                  </a:lnTo>
                  <a:lnTo>
                    <a:pt x="2746" y="45"/>
                  </a:lnTo>
                  <a:lnTo>
                    <a:pt x="2746" y="42"/>
                  </a:lnTo>
                  <a:close/>
                  <a:moveTo>
                    <a:pt x="1390" y="33"/>
                  </a:moveTo>
                  <a:lnTo>
                    <a:pt x="1393" y="42"/>
                  </a:lnTo>
                  <a:lnTo>
                    <a:pt x="1395" y="54"/>
                  </a:lnTo>
                  <a:lnTo>
                    <a:pt x="1397" y="64"/>
                  </a:lnTo>
                  <a:lnTo>
                    <a:pt x="1395" y="66"/>
                  </a:lnTo>
                  <a:lnTo>
                    <a:pt x="1393" y="66"/>
                  </a:lnTo>
                  <a:lnTo>
                    <a:pt x="1392" y="66"/>
                  </a:lnTo>
                  <a:lnTo>
                    <a:pt x="1392" y="68"/>
                  </a:lnTo>
                  <a:lnTo>
                    <a:pt x="1390" y="68"/>
                  </a:lnTo>
                  <a:lnTo>
                    <a:pt x="1383" y="68"/>
                  </a:lnTo>
                  <a:lnTo>
                    <a:pt x="1381" y="66"/>
                  </a:lnTo>
                  <a:lnTo>
                    <a:pt x="1381" y="64"/>
                  </a:lnTo>
                  <a:lnTo>
                    <a:pt x="1381" y="63"/>
                  </a:lnTo>
                  <a:lnTo>
                    <a:pt x="1379" y="63"/>
                  </a:lnTo>
                  <a:lnTo>
                    <a:pt x="1378" y="61"/>
                  </a:lnTo>
                  <a:lnTo>
                    <a:pt x="1390" y="33"/>
                  </a:lnTo>
                  <a:close/>
                  <a:moveTo>
                    <a:pt x="1002" y="0"/>
                  </a:moveTo>
                  <a:lnTo>
                    <a:pt x="994" y="12"/>
                  </a:lnTo>
                  <a:lnTo>
                    <a:pt x="985" y="23"/>
                  </a:lnTo>
                  <a:lnTo>
                    <a:pt x="980" y="38"/>
                  </a:lnTo>
                  <a:lnTo>
                    <a:pt x="990" y="37"/>
                  </a:lnTo>
                  <a:lnTo>
                    <a:pt x="997" y="40"/>
                  </a:lnTo>
                  <a:lnTo>
                    <a:pt x="1002" y="45"/>
                  </a:lnTo>
                  <a:lnTo>
                    <a:pt x="1009" y="54"/>
                  </a:lnTo>
                  <a:lnTo>
                    <a:pt x="1011" y="47"/>
                  </a:lnTo>
                  <a:lnTo>
                    <a:pt x="1011" y="42"/>
                  </a:lnTo>
                  <a:lnTo>
                    <a:pt x="1013" y="38"/>
                  </a:lnTo>
                  <a:lnTo>
                    <a:pt x="1013" y="33"/>
                  </a:lnTo>
                  <a:lnTo>
                    <a:pt x="1022" y="33"/>
                  </a:lnTo>
                  <a:lnTo>
                    <a:pt x="1027" y="45"/>
                  </a:lnTo>
                  <a:lnTo>
                    <a:pt x="1035" y="49"/>
                  </a:lnTo>
                  <a:lnTo>
                    <a:pt x="1042" y="52"/>
                  </a:lnTo>
                  <a:lnTo>
                    <a:pt x="1049" y="56"/>
                  </a:lnTo>
                  <a:lnTo>
                    <a:pt x="1056" y="64"/>
                  </a:lnTo>
                  <a:lnTo>
                    <a:pt x="1049" y="75"/>
                  </a:lnTo>
                  <a:lnTo>
                    <a:pt x="1041" y="87"/>
                  </a:lnTo>
                  <a:lnTo>
                    <a:pt x="1034" y="103"/>
                  </a:lnTo>
                  <a:lnTo>
                    <a:pt x="1028" y="117"/>
                  </a:lnTo>
                  <a:lnTo>
                    <a:pt x="1028" y="126"/>
                  </a:lnTo>
                  <a:lnTo>
                    <a:pt x="1030" y="131"/>
                  </a:lnTo>
                  <a:lnTo>
                    <a:pt x="1030" y="134"/>
                  </a:lnTo>
                  <a:lnTo>
                    <a:pt x="1032" y="136"/>
                  </a:lnTo>
                  <a:lnTo>
                    <a:pt x="1034" y="138"/>
                  </a:lnTo>
                  <a:lnTo>
                    <a:pt x="1035" y="140"/>
                  </a:lnTo>
                  <a:lnTo>
                    <a:pt x="1041" y="141"/>
                  </a:lnTo>
                  <a:lnTo>
                    <a:pt x="1041" y="138"/>
                  </a:lnTo>
                  <a:lnTo>
                    <a:pt x="1044" y="131"/>
                  </a:lnTo>
                  <a:lnTo>
                    <a:pt x="1049" y="120"/>
                  </a:lnTo>
                  <a:lnTo>
                    <a:pt x="1055" y="106"/>
                  </a:lnTo>
                  <a:lnTo>
                    <a:pt x="1060" y="94"/>
                  </a:lnTo>
                  <a:lnTo>
                    <a:pt x="1065" y="84"/>
                  </a:lnTo>
                  <a:lnTo>
                    <a:pt x="1067" y="77"/>
                  </a:lnTo>
                  <a:lnTo>
                    <a:pt x="1079" y="77"/>
                  </a:lnTo>
                  <a:lnTo>
                    <a:pt x="1081" y="96"/>
                  </a:lnTo>
                  <a:lnTo>
                    <a:pt x="1081" y="113"/>
                  </a:lnTo>
                  <a:lnTo>
                    <a:pt x="1081" y="134"/>
                  </a:lnTo>
                  <a:lnTo>
                    <a:pt x="1083" y="157"/>
                  </a:lnTo>
                  <a:lnTo>
                    <a:pt x="1105" y="160"/>
                  </a:lnTo>
                  <a:lnTo>
                    <a:pt x="1114" y="147"/>
                  </a:lnTo>
                  <a:lnTo>
                    <a:pt x="1130" y="138"/>
                  </a:lnTo>
                  <a:lnTo>
                    <a:pt x="1147" y="129"/>
                  </a:lnTo>
                  <a:lnTo>
                    <a:pt x="1165" y="122"/>
                  </a:lnTo>
                  <a:lnTo>
                    <a:pt x="1182" y="115"/>
                  </a:lnTo>
                  <a:lnTo>
                    <a:pt x="1198" y="106"/>
                  </a:lnTo>
                  <a:lnTo>
                    <a:pt x="1205" y="96"/>
                  </a:lnTo>
                  <a:lnTo>
                    <a:pt x="1201" y="96"/>
                  </a:lnTo>
                  <a:lnTo>
                    <a:pt x="1200" y="92"/>
                  </a:lnTo>
                  <a:lnTo>
                    <a:pt x="1200" y="91"/>
                  </a:lnTo>
                  <a:lnTo>
                    <a:pt x="1198" y="89"/>
                  </a:lnTo>
                  <a:lnTo>
                    <a:pt x="1198" y="89"/>
                  </a:lnTo>
                  <a:lnTo>
                    <a:pt x="1196" y="89"/>
                  </a:lnTo>
                  <a:lnTo>
                    <a:pt x="1194" y="89"/>
                  </a:lnTo>
                  <a:lnTo>
                    <a:pt x="1191" y="87"/>
                  </a:lnTo>
                  <a:lnTo>
                    <a:pt x="1184" y="92"/>
                  </a:lnTo>
                  <a:lnTo>
                    <a:pt x="1172" y="99"/>
                  </a:lnTo>
                  <a:lnTo>
                    <a:pt x="1158" y="110"/>
                  </a:lnTo>
                  <a:lnTo>
                    <a:pt x="1140" y="119"/>
                  </a:lnTo>
                  <a:lnTo>
                    <a:pt x="1124" y="129"/>
                  </a:lnTo>
                  <a:lnTo>
                    <a:pt x="1109" y="136"/>
                  </a:lnTo>
                  <a:lnTo>
                    <a:pt x="1098" y="140"/>
                  </a:lnTo>
                  <a:lnTo>
                    <a:pt x="1095" y="141"/>
                  </a:lnTo>
                  <a:lnTo>
                    <a:pt x="1093" y="140"/>
                  </a:lnTo>
                  <a:lnTo>
                    <a:pt x="1091" y="138"/>
                  </a:lnTo>
                  <a:lnTo>
                    <a:pt x="1091" y="136"/>
                  </a:lnTo>
                  <a:lnTo>
                    <a:pt x="1091" y="134"/>
                  </a:lnTo>
                  <a:lnTo>
                    <a:pt x="1090" y="131"/>
                  </a:lnTo>
                  <a:lnTo>
                    <a:pt x="1095" y="122"/>
                  </a:lnTo>
                  <a:lnTo>
                    <a:pt x="1095" y="115"/>
                  </a:lnTo>
                  <a:lnTo>
                    <a:pt x="1093" y="110"/>
                  </a:lnTo>
                  <a:lnTo>
                    <a:pt x="1091" y="101"/>
                  </a:lnTo>
                  <a:lnTo>
                    <a:pt x="1095" y="91"/>
                  </a:lnTo>
                  <a:lnTo>
                    <a:pt x="1097" y="89"/>
                  </a:lnTo>
                  <a:lnTo>
                    <a:pt x="1098" y="87"/>
                  </a:lnTo>
                  <a:lnTo>
                    <a:pt x="1100" y="85"/>
                  </a:lnTo>
                  <a:lnTo>
                    <a:pt x="1102" y="85"/>
                  </a:lnTo>
                  <a:lnTo>
                    <a:pt x="1104" y="85"/>
                  </a:lnTo>
                  <a:lnTo>
                    <a:pt x="1105" y="84"/>
                  </a:lnTo>
                  <a:lnTo>
                    <a:pt x="1107" y="82"/>
                  </a:lnTo>
                  <a:lnTo>
                    <a:pt x="1107" y="78"/>
                  </a:lnTo>
                  <a:lnTo>
                    <a:pt x="1109" y="73"/>
                  </a:lnTo>
                  <a:lnTo>
                    <a:pt x="1109" y="64"/>
                  </a:lnTo>
                  <a:lnTo>
                    <a:pt x="1100" y="59"/>
                  </a:lnTo>
                  <a:lnTo>
                    <a:pt x="1091" y="57"/>
                  </a:lnTo>
                  <a:lnTo>
                    <a:pt x="1084" y="57"/>
                  </a:lnTo>
                  <a:lnTo>
                    <a:pt x="1076" y="54"/>
                  </a:lnTo>
                  <a:lnTo>
                    <a:pt x="1063" y="45"/>
                  </a:lnTo>
                  <a:lnTo>
                    <a:pt x="1055" y="37"/>
                  </a:lnTo>
                  <a:lnTo>
                    <a:pt x="1049" y="26"/>
                  </a:lnTo>
                  <a:lnTo>
                    <a:pt x="1042" y="16"/>
                  </a:lnTo>
                  <a:lnTo>
                    <a:pt x="1034" y="9"/>
                  </a:lnTo>
                  <a:lnTo>
                    <a:pt x="1020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764D2098-AC1D-4964-B491-6651980C47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000" y="2108200"/>
              <a:ext cx="7697788" cy="3846513"/>
            </a:xfrm>
            <a:custGeom>
              <a:avLst/>
              <a:gdLst>
                <a:gd name="T0" fmla="*/ 1599 w 4849"/>
                <a:gd name="T1" fmla="*/ 786 h 2423"/>
                <a:gd name="T2" fmla="*/ 1536 w 4849"/>
                <a:gd name="T3" fmla="*/ 779 h 2423"/>
                <a:gd name="T4" fmla="*/ 529 w 4849"/>
                <a:gd name="T5" fmla="*/ 651 h 2423"/>
                <a:gd name="T6" fmla="*/ 4301 w 4849"/>
                <a:gd name="T7" fmla="*/ 791 h 2423"/>
                <a:gd name="T8" fmla="*/ 2510 w 4849"/>
                <a:gd name="T9" fmla="*/ 575 h 2423"/>
                <a:gd name="T10" fmla="*/ 2579 w 4849"/>
                <a:gd name="T11" fmla="*/ 552 h 2423"/>
                <a:gd name="T12" fmla="*/ 2649 w 4849"/>
                <a:gd name="T13" fmla="*/ 522 h 2423"/>
                <a:gd name="T14" fmla="*/ 2347 w 4849"/>
                <a:gd name="T15" fmla="*/ 611 h 2423"/>
                <a:gd name="T16" fmla="*/ 2304 w 4849"/>
                <a:gd name="T17" fmla="*/ 615 h 2423"/>
                <a:gd name="T18" fmla="*/ 2269 w 4849"/>
                <a:gd name="T19" fmla="*/ 580 h 2423"/>
                <a:gd name="T20" fmla="*/ 1234 w 4849"/>
                <a:gd name="T21" fmla="*/ 424 h 2423"/>
                <a:gd name="T22" fmla="*/ 1297 w 4849"/>
                <a:gd name="T23" fmla="*/ 367 h 2423"/>
                <a:gd name="T24" fmla="*/ 1178 w 4849"/>
                <a:gd name="T25" fmla="*/ 307 h 2423"/>
                <a:gd name="T26" fmla="*/ 1171 w 4849"/>
                <a:gd name="T27" fmla="*/ 369 h 2423"/>
                <a:gd name="T28" fmla="*/ 2044 w 4849"/>
                <a:gd name="T29" fmla="*/ 365 h 2423"/>
                <a:gd name="T30" fmla="*/ 2082 w 4849"/>
                <a:gd name="T31" fmla="*/ 288 h 2423"/>
                <a:gd name="T32" fmla="*/ 1297 w 4849"/>
                <a:gd name="T33" fmla="*/ 215 h 2423"/>
                <a:gd name="T34" fmla="*/ 2979 w 4849"/>
                <a:gd name="T35" fmla="*/ 177 h 2423"/>
                <a:gd name="T36" fmla="*/ 4833 w 4849"/>
                <a:gd name="T37" fmla="*/ 109 h 2423"/>
                <a:gd name="T38" fmla="*/ 1082 w 4849"/>
                <a:gd name="T39" fmla="*/ 131 h 2423"/>
                <a:gd name="T40" fmla="*/ 1167 w 4849"/>
                <a:gd name="T41" fmla="*/ 154 h 2423"/>
                <a:gd name="T42" fmla="*/ 1197 w 4849"/>
                <a:gd name="T43" fmla="*/ 273 h 2423"/>
                <a:gd name="T44" fmla="*/ 1078 w 4849"/>
                <a:gd name="T45" fmla="*/ 379 h 2423"/>
                <a:gd name="T46" fmla="*/ 1164 w 4849"/>
                <a:gd name="T47" fmla="*/ 582 h 2423"/>
                <a:gd name="T48" fmla="*/ 1281 w 4849"/>
                <a:gd name="T49" fmla="*/ 575 h 2423"/>
                <a:gd name="T50" fmla="*/ 1386 w 4849"/>
                <a:gd name="T51" fmla="*/ 484 h 2423"/>
                <a:gd name="T52" fmla="*/ 1501 w 4849"/>
                <a:gd name="T53" fmla="*/ 564 h 2423"/>
                <a:gd name="T54" fmla="*/ 1396 w 4849"/>
                <a:gd name="T55" fmla="*/ 721 h 2423"/>
                <a:gd name="T56" fmla="*/ 1459 w 4849"/>
                <a:gd name="T57" fmla="*/ 798 h 2423"/>
                <a:gd name="T58" fmla="*/ 1298 w 4849"/>
                <a:gd name="T59" fmla="*/ 955 h 2423"/>
                <a:gd name="T60" fmla="*/ 1124 w 4849"/>
                <a:gd name="T61" fmla="*/ 1077 h 2423"/>
                <a:gd name="T62" fmla="*/ 1085 w 4849"/>
                <a:gd name="T63" fmla="*/ 1234 h 2423"/>
                <a:gd name="T64" fmla="*/ 1194 w 4849"/>
                <a:gd name="T65" fmla="*/ 1320 h 2423"/>
                <a:gd name="T66" fmla="*/ 1361 w 4849"/>
                <a:gd name="T67" fmla="*/ 1344 h 2423"/>
                <a:gd name="T68" fmla="*/ 1616 w 4849"/>
                <a:gd name="T69" fmla="*/ 1421 h 2423"/>
                <a:gd name="T70" fmla="*/ 1866 w 4849"/>
                <a:gd name="T71" fmla="*/ 1604 h 2423"/>
                <a:gd name="T72" fmla="*/ 1647 w 4849"/>
                <a:gd name="T73" fmla="*/ 1966 h 2423"/>
                <a:gd name="T74" fmla="*/ 1496 w 4849"/>
                <a:gd name="T75" fmla="*/ 2105 h 2423"/>
                <a:gd name="T76" fmla="*/ 1431 w 4849"/>
                <a:gd name="T77" fmla="*/ 2215 h 2423"/>
                <a:gd name="T78" fmla="*/ 1396 w 4849"/>
                <a:gd name="T79" fmla="*/ 2371 h 2423"/>
                <a:gd name="T80" fmla="*/ 1302 w 4849"/>
                <a:gd name="T81" fmla="*/ 2315 h 2423"/>
                <a:gd name="T82" fmla="*/ 1270 w 4849"/>
                <a:gd name="T83" fmla="*/ 1667 h 2423"/>
                <a:gd name="T84" fmla="*/ 1269 w 4849"/>
                <a:gd name="T85" fmla="*/ 1400 h 2423"/>
                <a:gd name="T86" fmla="*/ 1056 w 4849"/>
                <a:gd name="T87" fmla="*/ 1288 h 2423"/>
                <a:gd name="T88" fmla="*/ 813 w 4849"/>
                <a:gd name="T89" fmla="*/ 1102 h 2423"/>
                <a:gd name="T90" fmla="*/ 818 w 4849"/>
                <a:gd name="T91" fmla="*/ 1171 h 2423"/>
                <a:gd name="T92" fmla="*/ 642 w 4849"/>
                <a:gd name="T93" fmla="*/ 939 h 2423"/>
                <a:gd name="T94" fmla="*/ 639 w 4849"/>
                <a:gd name="T95" fmla="*/ 739 h 2423"/>
                <a:gd name="T96" fmla="*/ 490 w 4849"/>
                <a:gd name="T97" fmla="*/ 522 h 2423"/>
                <a:gd name="T98" fmla="*/ 141 w 4849"/>
                <a:gd name="T99" fmla="*/ 576 h 2423"/>
                <a:gd name="T100" fmla="*/ 115 w 4849"/>
                <a:gd name="T101" fmla="*/ 482 h 2423"/>
                <a:gd name="T102" fmla="*/ 85 w 4849"/>
                <a:gd name="T103" fmla="*/ 334 h 2423"/>
                <a:gd name="T104" fmla="*/ 110 w 4849"/>
                <a:gd name="T105" fmla="*/ 255 h 2423"/>
                <a:gd name="T106" fmla="*/ 234 w 4849"/>
                <a:gd name="T107" fmla="*/ 107 h 2423"/>
                <a:gd name="T108" fmla="*/ 499 w 4849"/>
                <a:gd name="T109" fmla="*/ 136 h 2423"/>
                <a:gd name="T110" fmla="*/ 632 w 4849"/>
                <a:gd name="T111" fmla="*/ 149 h 2423"/>
                <a:gd name="T112" fmla="*/ 771 w 4849"/>
                <a:gd name="T113" fmla="*/ 218 h 2423"/>
                <a:gd name="T114" fmla="*/ 979 w 4849"/>
                <a:gd name="T115" fmla="*/ 222 h 2423"/>
                <a:gd name="T116" fmla="*/ 918 w 4849"/>
                <a:gd name="T117" fmla="*/ 131 h 2423"/>
                <a:gd name="T118" fmla="*/ 733 w 4849"/>
                <a:gd name="T119" fmla="*/ 157 h 2423"/>
                <a:gd name="T120" fmla="*/ 776 w 4849"/>
                <a:gd name="T121" fmla="*/ 42 h 2423"/>
                <a:gd name="T122" fmla="*/ 902 w 4849"/>
                <a:gd name="T123" fmla="*/ 28 h 2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49" h="2423">
                  <a:moveTo>
                    <a:pt x="1469" y="711"/>
                  </a:moveTo>
                  <a:lnTo>
                    <a:pt x="1482" y="712"/>
                  </a:lnTo>
                  <a:lnTo>
                    <a:pt x="1490" y="714"/>
                  </a:lnTo>
                  <a:lnTo>
                    <a:pt x="1501" y="718"/>
                  </a:lnTo>
                  <a:lnTo>
                    <a:pt x="1501" y="726"/>
                  </a:lnTo>
                  <a:lnTo>
                    <a:pt x="1497" y="726"/>
                  </a:lnTo>
                  <a:lnTo>
                    <a:pt x="1494" y="728"/>
                  </a:lnTo>
                  <a:lnTo>
                    <a:pt x="1490" y="728"/>
                  </a:lnTo>
                  <a:lnTo>
                    <a:pt x="1487" y="728"/>
                  </a:lnTo>
                  <a:lnTo>
                    <a:pt x="1482" y="730"/>
                  </a:lnTo>
                  <a:lnTo>
                    <a:pt x="1478" y="725"/>
                  </a:lnTo>
                  <a:lnTo>
                    <a:pt x="1476" y="723"/>
                  </a:lnTo>
                  <a:lnTo>
                    <a:pt x="1475" y="719"/>
                  </a:lnTo>
                  <a:lnTo>
                    <a:pt x="1473" y="716"/>
                  </a:lnTo>
                  <a:lnTo>
                    <a:pt x="1469" y="711"/>
                  </a:lnTo>
                  <a:close/>
                  <a:moveTo>
                    <a:pt x="1551" y="691"/>
                  </a:moveTo>
                  <a:lnTo>
                    <a:pt x="1562" y="691"/>
                  </a:lnTo>
                  <a:lnTo>
                    <a:pt x="1562" y="705"/>
                  </a:lnTo>
                  <a:lnTo>
                    <a:pt x="1562" y="718"/>
                  </a:lnTo>
                  <a:lnTo>
                    <a:pt x="1564" y="728"/>
                  </a:lnTo>
                  <a:lnTo>
                    <a:pt x="1565" y="740"/>
                  </a:lnTo>
                  <a:lnTo>
                    <a:pt x="1585" y="740"/>
                  </a:lnTo>
                  <a:lnTo>
                    <a:pt x="1585" y="760"/>
                  </a:lnTo>
                  <a:lnTo>
                    <a:pt x="1593" y="760"/>
                  </a:lnTo>
                  <a:lnTo>
                    <a:pt x="1595" y="761"/>
                  </a:lnTo>
                  <a:lnTo>
                    <a:pt x="1597" y="761"/>
                  </a:lnTo>
                  <a:lnTo>
                    <a:pt x="1599" y="761"/>
                  </a:lnTo>
                  <a:lnTo>
                    <a:pt x="1600" y="761"/>
                  </a:lnTo>
                  <a:lnTo>
                    <a:pt x="1602" y="761"/>
                  </a:lnTo>
                  <a:lnTo>
                    <a:pt x="1604" y="763"/>
                  </a:lnTo>
                  <a:lnTo>
                    <a:pt x="1602" y="774"/>
                  </a:lnTo>
                  <a:lnTo>
                    <a:pt x="1599" y="786"/>
                  </a:lnTo>
                  <a:lnTo>
                    <a:pt x="1597" y="798"/>
                  </a:lnTo>
                  <a:lnTo>
                    <a:pt x="1593" y="798"/>
                  </a:lnTo>
                  <a:lnTo>
                    <a:pt x="1592" y="794"/>
                  </a:lnTo>
                  <a:lnTo>
                    <a:pt x="1592" y="793"/>
                  </a:lnTo>
                  <a:lnTo>
                    <a:pt x="1592" y="791"/>
                  </a:lnTo>
                  <a:lnTo>
                    <a:pt x="1590" y="789"/>
                  </a:lnTo>
                  <a:lnTo>
                    <a:pt x="1590" y="787"/>
                  </a:lnTo>
                  <a:lnTo>
                    <a:pt x="1588" y="791"/>
                  </a:lnTo>
                  <a:lnTo>
                    <a:pt x="1586" y="791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5" y="793"/>
                  </a:lnTo>
                  <a:lnTo>
                    <a:pt x="1581" y="794"/>
                  </a:lnTo>
                  <a:lnTo>
                    <a:pt x="1581" y="787"/>
                  </a:lnTo>
                  <a:lnTo>
                    <a:pt x="1583" y="786"/>
                  </a:lnTo>
                  <a:lnTo>
                    <a:pt x="1583" y="784"/>
                  </a:lnTo>
                  <a:lnTo>
                    <a:pt x="1585" y="782"/>
                  </a:lnTo>
                  <a:lnTo>
                    <a:pt x="1585" y="779"/>
                  </a:lnTo>
                  <a:lnTo>
                    <a:pt x="1585" y="775"/>
                  </a:lnTo>
                  <a:lnTo>
                    <a:pt x="1581" y="775"/>
                  </a:lnTo>
                  <a:lnTo>
                    <a:pt x="1574" y="782"/>
                  </a:lnTo>
                  <a:lnTo>
                    <a:pt x="1567" y="789"/>
                  </a:lnTo>
                  <a:lnTo>
                    <a:pt x="1558" y="794"/>
                  </a:lnTo>
                  <a:lnTo>
                    <a:pt x="1558" y="789"/>
                  </a:lnTo>
                  <a:lnTo>
                    <a:pt x="1558" y="784"/>
                  </a:lnTo>
                  <a:lnTo>
                    <a:pt x="1558" y="782"/>
                  </a:lnTo>
                  <a:lnTo>
                    <a:pt x="1557" y="781"/>
                  </a:lnTo>
                  <a:lnTo>
                    <a:pt x="1553" y="779"/>
                  </a:lnTo>
                  <a:lnTo>
                    <a:pt x="1548" y="779"/>
                  </a:lnTo>
                  <a:lnTo>
                    <a:pt x="1539" y="779"/>
                  </a:lnTo>
                  <a:lnTo>
                    <a:pt x="1536" y="779"/>
                  </a:lnTo>
                  <a:lnTo>
                    <a:pt x="1532" y="779"/>
                  </a:lnTo>
                  <a:lnTo>
                    <a:pt x="1527" y="777"/>
                  </a:lnTo>
                  <a:lnTo>
                    <a:pt x="1522" y="777"/>
                  </a:lnTo>
                  <a:lnTo>
                    <a:pt x="1517" y="775"/>
                  </a:lnTo>
                  <a:lnTo>
                    <a:pt x="1513" y="772"/>
                  </a:lnTo>
                  <a:lnTo>
                    <a:pt x="1523" y="758"/>
                  </a:lnTo>
                  <a:lnTo>
                    <a:pt x="1534" y="737"/>
                  </a:lnTo>
                  <a:lnTo>
                    <a:pt x="1541" y="714"/>
                  </a:lnTo>
                  <a:lnTo>
                    <a:pt x="1551" y="691"/>
                  </a:lnTo>
                  <a:close/>
                  <a:moveTo>
                    <a:pt x="1220" y="630"/>
                  </a:moveTo>
                  <a:lnTo>
                    <a:pt x="1235" y="630"/>
                  </a:lnTo>
                  <a:lnTo>
                    <a:pt x="1235" y="637"/>
                  </a:lnTo>
                  <a:lnTo>
                    <a:pt x="1232" y="637"/>
                  </a:lnTo>
                  <a:lnTo>
                    <a:pt x="1230" y="639"/>
                  </a:lnTo>
                  <a:lnTo>
                    <a:pt x="1229" y="639"/>
                  </a:lnTo>
                  <a:lnTo>
                    <a:pt x="1227" y="639"/>
                  </a:lnTo>
                  <a:lnTo>
                    <a:pt x="1225" y="641"/>
                  </a:lnTo>
                  <a:lnTo>
                    <a:pt x="1220" y="641"/>
                  </a:lnTo>
                  <a:lnTo>
                    <a:pt x="1220" y="630"/>
                  </a:lnTo>
                  <a:close/>
                  <a:moveTo>
                    <a:pt x="515" y="622"/>
                  </a:moveTo>
                  <a:lnTo>
                    <a:pt x="522" y="622"/>
                  </a:lnTo>
                  <a:lnTo>
                    <a:pt x="525" y="623"/>
                  </a:lnTo>
                  <a:lnTo>
                    <a:pt x="529" y="625"/>
                  </a:lnTo>
                  <a:lnTo>
                    <a:pt x="534" y="625"/>
                  </a:lnTo>
                  <a:lnTo>
                    <a:pt x="541" y="625"/>
                  </a:lnTo>
                  <a:lnTo>
                    <a:pt x="543" y="639"/>
                  </a:lnTo>
                  <a:lnTo>
                    <a:pt x="546" y="650"/>
                  </a:lnTo>
                  <a:lnTo>
                    <a:pt x="548" y="664"/>
                  </a:lnTo>
                  <a:lnTo>
                    <a:pt x="541" y="664"/>
                  </a:lnTo>
                  <a:lnTo>
                    <a:pt x="537" y="658"/>
                  </a:lnTo>
                  <a:lnTo>
                    <a:pt x="534" y="655"/>
                  </a:lnTo>
                  <a:lnTo>
                    <a:pt x="529" y="651"/>
                  </a:lnTo>
                  <a:lnTo>
                    <a:pt x="525" y="648"/>
                  </a:lnTo>
                  <a:lnTo>
                    <a:pt x="522" y="643"/>
                  </a:lnTo>
                  <a:lnTo>
                    <a:pt x="518" y="637"/>
                  </a:lnTo>
                  <a:lnTo>
                    <a:pt x="516" y="634"/>
                  </a:lnTo>
                  <a:lnTo>
                    <a:pt x="515" y="630"/>
                  </a:lnTo>
                  <a:lnTo>
                    <a:pt x="515" y="627"/>
                  </a:lnTo>
                  <a:lnTo>
                    <a:pt x="515" y="622"/>
                  </a:lnTo>
                  <a:close/>
                  <a:moveTo>
                    <a:pt x="4304" y="609"/>
                  </a:moveTo>
                  <a:lnTo>
                    <a:pt x="4306" y="611"/>
                  </a:lnTo>
                  <a:lnTo>
                    <a:pt x="4306" y="611"/>
                  </a:lnTo>
                  <a:lnTo>
                    <a:pt x="4306" y="611"/>
                  </a:lnTo>
                  <a:lnTo>
                    <a:pt x="4306" y="613"/>
                  </a:lnTo>
                  <a:lnTo>
                    <a:pt x="4307" y="613"/>
                  </a:lnTo>
                  <a:lnTo>
                    <a:pt x="4307" y="615"/>
                  </a:lnTo>
                  <a:lnTo>
                    <a:pt x="4313" y="627"/>
                  </a:lnTo>
                  <a:lnTo>
                    <a:pt x="4313" y="643"/>
                  </a:lnTo>
                  <a:lnTo>
                    <a:pt x="4313" y="658"/>
                  </a:lnTo>
                  <a:lnTo>
                    <a:pt x="4316" y="676"/>
                  </a:lnTo>
                  <a:lnTo>
                    <a:pt x="4321" y="693"/>
                  </a:lnTo>
                  <a:lnTo>
                    <a:pt x="4330" y="712"/>
                  </a:lnTo>
                  <a:lnTo>
                    <a:pt x="4335" y="733"/>
                  </a:lnTo>
                  <a:lnTo>
                    <a:pt x="4311" y="730"/>
                  </a:lnTo>
                  <a:lnTo>
                    <a:pt x="4311" y="746"/>
                  </a:lnTo>
                  <a:lnTo>
                    <a:pt x="4314" y="758"/>
                  </a:lnTo>
                  <a:lnTo>
                    <a:pt x="4316" y="770"/>
                  </a:lnTo>
                  <a:lnTo>
                    <a:pt x="4320" y="787"/>
                  </a:lnTo>
                  <a:lnTo>
                    <a:pt x="4314" y="787"/>
                  </a:lnTo>
                  <a:lnTo>
                    <a:pt x="4311" y="787"/>
                  </a:lnTo>
                  <a:lnTo>
                    <a:pt x="4306" y="789"/>
                  </a:lnTo>
                  <a:lnTo>
                    <a:pt x="4304" y="789"/>
                  </a:lnTo>
                  <a:lnTo>
                    <a:pt x="4301" y="791"/>
                  </a:lnTo>
                  <a:lnTo>
                    <a:pt x="4301" y="791"/>
                  </a:lnTo>
                  <a:lnTo>
                    <a:pt x="4297" y="781"/>
                  </a:lnTo>
                  <a:lnTo>
                    <a:pt x="4295" y="761"/>
                  </a:lnTo>
                  <a:lnTo>
                    <a:pt x="4295" y="739"/>
                  </a:lnTo>
                  <a:lnTo>
                    <a:pt x="4295" y="714"/>
                  </a:lnTo>
                  <a:lnTo>
                    <a:pt x="4295" y="691"/>
                  </a:lnTo>
                  <a:lnTo>
                    <a:pt x="4292" y="676"/>
                  </a:lnTo>
                  <a:lnTo>
                    <a:pt x="4292" y="637"/>
                  </a:lnTo>
                  <a:lnTo>
                    <a:pt x="4295" y="632"/>
                  </a:lnTo>
                  <a:lnTo>
                    <a:pt x="4297" y="629"/>
                  </a:lnTo>
                  <a:lnTo>
                    <a:pt x="4299" y="625"/>
                  </a:lnTo>
                  <a:lnTo>
                    <a:pt x="4301" y="622"/>
                  </a:lnTo>
                  <a:lnTo>
                    <a:pt x="4302" y="616"/>
                  </a:lnTo>
                  <a:lnTo>
                    <a:pt x="4304" y="609"/>
                  </a:lnTo>
                  <a:close/>
                  <a:moveTo>
                    <a:pt x="2253" y="595"/>
                  </a:moveTo>
                  <a:lnTo>
                    <a:pt x="2257" y="616"/>
                  </a:lnTo>
                  <a:lnTo>
                    <a:pt x="2255" y="637"/>
                  </a:lnTo>
                  <a:lnTo>
                    <a:pt x="2250" y="660"/>
                  </a:lnTo>
                  <a:lnTo>
                    <a:pt x="2236" y="667"/>
                  </a:lnTo>
                  <a:lnTo>
                    <a:pt x="2223" y="671"/>
                  </a:lnTo>
                  <a:lnTo>
                    <a:pt x="2204" y="672"/>
                  </a:lnTo>
                  <a:lnTo>
                    <a:pt x="2204" y="664"/>
                  </a:lnTo>
                  <a:lnTo>
                    <a:pt x="2209" y="651"/>
                  </a:lnTo>
                  <a:lnTo>
                    <a:pt x="2209" y="636"/>
                  </a:lnTo>
                  <a:lnTo>
                    <a:pt x="2208" y="618"/>
                  </a:lnTo>
                  <a:lnTo>
                    <a:pt x="2218" y="609"/>
                  </a:lnTo>
                  <a:lnTo>
                    <a:pt x="2227" y="602"/>
                  </a:lnTo>
                  <a:lnTo>
                    <a:pt x="2237" y="597"/>
                  </a:lnTo>
                  <a:lnTo>
                    <a:pt x="2253" y="595"/>
                  </a:lnTo>
                  <a:close/>
                  <a:moveTo>
                    <a:pt x="2503" y="568"/>
                  </a:moveTo>
                  <a:lnTo>
                    <a:pt x="2506" y="571"/>
                  </a:lnTo>
                  <a:lnTo>
                    <a:pt x="2508" y="573"/>
                  </a:lnTo>
                  <a:lnTo>
                    <a:pt x="2510" y="575"/>
                  </a:lnTo>
                  <a:lnTo>
                    <a:pt x="2510" y="578"/>
                  </a:lnTo>
                  <a:lnTo>
                    <a:pt x="2510" y="582"/>
                  </a:lnTo>
                  <a:lnTo>
                    <a:pt x="2511" y="587"/>
                  </a:lnTo>
                  <a:lnTo>
                    <a:pt x="2510" y="590"/>
                  </a:lnTo>
                  <a:lnTo>
                    <a:pt x="2508" y="592"/>
                  </a:lnTo>
                  <a:lnTo>
                    <a:pt x="2508" y="594"/>
                  </a:lnTo>
                  <a:lnTo>
                    <a:pt x="2508" y="595"/>
                  </a:lnTo>
                  <a:lnTo>
                    <a:pt x="2508" y="597"/>
                  </a:lnTo>
                  <a:lnTo>
                    <a:pt x="2506" y="599"/>
                  </a:lnTo>
                  <a:lnTo>
                    <a:pt x="2504" y="601"/>
                  </a:lnTo>
                  <a:lnTo>
                    <a:pt x="2503" y="601"/>
                  </a:lnTo>
                  <a:lnTo>
                    <a:pt x="2501" y="601"/>
                  </a:lnTo>
                  <a:lnTo>
                    <a:pt x="2499" y="602"/>
                  </a:lnTo>
                  <a:lnTo>
                    <a:pt x="2496" y="602"/>
                  </a:lnTo>
                  <a:lnTo>
                    <a:pt x="2490" y="590"/>
                  </a:lnTo>
                  <a:lnTo>
                    <a:pt x="2487" y="585"/>
                  </a:lnTo>
                  <a:lnTo>
                    <a:pt x="2487" y="583"/>
                  </a:lnTo>
                  <a:lnTo>
                    <a:pt x="2489" y="582"/>
                  </a:lnTo>
                  <a:lnTo>
                    <a:pt x="2496" y="578"/>
                  </a:lnTo>
                  <a:lnTo>
                    <a:pt x="2503" y="568"/>
                  </a:lnTo>
                  <a:close/>
                  <a:moveTo>
                    <a:pt x="2583" y="529"/>
                  </a:moveTo>
                  <a:lnTo>
                    <a:pt x="2588" y="531"/>
                  </a:lnTo>
                  <a:lnTo>
                    <a:pt x="2590" y="531"/>
                  </a:lnTo>
                  <a:lnTo>
                    <a:pt x="2592" y="531"/>
                  </a:lnTo>
                  <a:lnTo>
                    <a:pt x="2593" y="533"/>
                  </a:lnTo>
                  <a:lnTo>
                    <a:pt x="2595" y="533"/>
                  </a:lnTo>
                  <a:lnTo>
                    <a:pt x="2592" y="538"/>
                  </a:lnTo>
                  <a:lnTo>
                    <a:pt x="2590" y="543"/>
                  </a:lnTo>
                  <a:lnTo>
                    <a:pt x="2588" y="548"/>
                  </a:lnTo>
                  <a:lnTo>
                    <a:pt x="2585" y="554"/>
                  </a:lnTo>
                  <a:lnTo>
                    <a:pt x="2579" y="557"/>
                  </a:lnTo>
                  <a:lnTo>
                    <a:pt x="2579" y="552"/>
                  </a:lnTo>
                  <a:lnTo>
                    <a:pt x="2578" y="552"/>
                  </a:lnTo>
                  <a:lnTo>
                    <a:pt x="2578" y="550"/>
                  </a:lnTo>
                  <a:lnTo>
                    <a:pt x="2578" y="550"/>
                  </a:lnTo>
                  <a:lnTo>
                    <a:pt x="2578" y="548"/>
                  </a:lnTo>
                  <a:lnTo>
                    <a:pt x="2576" y="545"/>
                  </a:lnTo>
                  <a:lnTo>
                    <a:pt x="2579" y="541"/>
                  </a:lnTo>
                  <a:lnTo>
                    <a:pt x="2581" y="538"/>
                  </a:lnTo>
                  <a:lnTo>
                    <a:pt x="2583" y="534"/>
                  </a:lnTo>
                  <a:lnTo>
                    <a:pt x="2583" y="529"/>
                  </a:lnTo>
                  <a:close/>
                  <a:moveTo>
                    <a:pt x="246" y="526"/>
                  </a:moveTo>
                  <a:lnTo>
                    <a:pt x="251" y="534"/>
                  </a:lnTo>
                  <a:lnTo>
                    <a:pt x="251" y="541"/>
                  </a:lnTo>
                  <a:lnTo>
                    <a:pt x="246" y="550"/>
                  </a:lnTo>
                  <a:lnTo>
                    <a:pt x="239" y="555"/>
                  </a:lnTo>
                  <a:lnTo>
                    <a:pt x="232" y="559"/>
                  </a:lnTo>
                  <a:lnTo>
                    <a:pt x="230" y="561"/>
                  </a:lnTo>
                  <a:lnTo>
                    <a:pt x="227" y="557"/>
                  </a:lnTo>
                  <a:lnTo>
                    <a:pt x="225" y="554"/>
                  </a:lnTo>
                  <a:lnTo>
                    <a:pt x="223" y="548"/>
                  </a:lnTo>
                  <a:lnTo>
                    <a:pt x="223" y="543"/>
                  </a:lnTo>
                  <a:lnTo>
                    <a:pt x="221" y="538"/>
                  </a:lnTo>
                  <a:lnTo>
                    <a:pt x="234" y="533"/>
                  </a:lnTo>
                  <a:lnTo>
                    <a:pt x="237" y="531"/>
                  </a:lnTo>
                  <a:lnTo>
                    <a:pt x="242" y="529"/>
                  </a:lnTo>
                  <a:lnTo>
                    <a:pt x="246" y="526"/>
                  </a:lnTo>
                  <a:close/>
                  <a:moveTo>
                    <a:pt x="2646" y="503"/>
                  </a:moveTo>
                  <a:lnTo>
                    <a:pt x="2660" y="510"/>
                  </a:lnTo>
                  <a:lnTo>
                    <a:pt x="2660" y="515"/>
                  </a:lnTo>
                  <a:lnTo>
                    <a:pt x="2656" y="515"/>
                  </a:lnTo>
                  <a:lnTo>
                    <a:pt x="2655" y="517"/>
                  </a:lnTo>
                  <a:lnTo>
                    <a:pt x="2651" y="519"/>
                  </a:lnTo>
                  <a:lnTo>
                    <a:pt x="2649" y="522"/>
                  </a:lnTo>
                  <a:lnTo>
                    <a:pt x="2646" y="520"/>
                  </a:lnTo>
                  <a:lnTo>
                    <a:pt x="2644" y="520"/>
                  </a:lnTo>
                  <a:lnTo>
                    <a:pt x="2644" y="520"/>
                  </a:lnTo>
                  <a:lnTo>
                    <a:pt x="2642" y="519"/>
                  </a:lnTo>
                  <a:lnTo>
                    <a:pt x="2641" y="519"/>
                  </a:lnTo>
                  <a:lnTo>
                    <a:pt x="2641" y="515"/>
                  </a:lnTo>
                  <a:lnTo>
                    <a:pt x="2641" y="512"/>
                  </a:lnTo>
                  <a:lnTo>
                    <a:pt x="2641" y="510"/>
                  </a:lnTo>
                  <a:lnTo>
                    <a:pt x="2641" y="510"/>
                  </a:lnTo>
                  <a:lnTo>
                    <a:pt x="2642" y="506"/>
                  </a:lnTo>
                  <a:lnTo>
                    <a:pt x="2646" y="503"/>
                  </a:lnTo>
                  <a:close/>
                  <a:moveTo>
                    <a:pt x="2272" y="494"/>
                  </a:moveTo>
                  <a:lnTo>
                    <a:pt x="2290" y="496"/>
                  </a:lnTo>
                  <a:lnTo>
                    <a:pt x="2304" y="499"/>
                  </a:lnTo>
                  <a:lnTo>
                    <a:pt x="2300" y="506"/>
                  </a:lnTo>
                  <a:lnTo>
                    <a:pt x="2298" y="512"/>
                  </a:lnTo>
                  <a:lnTo>
                    <a:pt x="2295" y="517"/>
                  </a:lnTo>
                  <a:lnTo>
                    <a:pt x="2291" y="522"/>
                  </a:lnTo>
                  <a:lnTo>
                    <a:pt x="2300" y="522"/>
                  </a:lnTo>
                  <a:lnTo>
                    <a:pt x="2304" y="519"/>
                  </a:lnTo>
                  <a:lnTo>
                    <a:pt x="2305" y="517"/>
                  </a:lnTo>
                  <a:lnTo>
                    <a:pt x="2309" y="515"/>
                  </a:lnTo>
                  <a:lnTo>
                    <a:pt x="2314" y="515"/>
                  </a:lnTo>
                  <a:lnTo>
                    <a:pt x="2314" y="522"/>
                  </a:lnTo>
                  <a:lnTo>
                    <a:pt x="2319" y="534"/>
                  </a:lnTo>
                  <a:lnTo>
                    <a:pt x="2316" y="545"/>
                  </a:lnTo>
                  <a:lnTo>
                    <a:pt x="2311" y="554"/>
                  </a:lnTo>
                  <a:lnTo>
                    <a:pt x="2307" y="561"/>
                  </a:lnTo>
                  <a:lnTo>
                    <a:pt x="2316" y="569"/>
                  </a:lnTo>
                  <a:lnTo>
                    <a:pt x="2325" y="582"/>
                  </a:lnTo>
                  <a:lnTo>
                    <a:pt x="2337" y="595"/>
                  </a:lnTo>
                  <a:lnTo>
                    <a:pt x="2347" y="611"/>
                  </a:lnTo>
                  <a:lnTo>
                    <a:pt x="2356" y="629"/>
                  </a:lnTo>
                  <a:lnTo>
                    <a:pt x="2363" y="644"/>
                  </a:lnTo>
                  <a:lnTo>
                    <a:pt x="2365" y="657"/>
                  </a:lnTo>
                  <a:lnTo>
                    <a:pt x="2361" y="669"/>
                  </a:lnTo>
                  <a:lnTo>
                    <a:pt x="2353" y="676"/>
                  </a:lnTo>
                  <a:lnTo>
                    <a:pt x="2342" y="683"/>
                  </a:lnTo>
                  <a:lnTo>
                    <a:pt x="2325" y="690"/>
                  </a:lnTo>
                  <a:lnTo>
                    <a:pt x="2304" y="695"/>
                  </a:lnTo>
                  <a:lnTo>
                    <a:pt x="2285" y="700"/>
                  </a:lnTo>
                  <a:lnTo>
                    <a:pt x="2269" y="702"/>
                  </a:lnTo>
                  <a:lnTo>
                    <a:pt x="2269" y="698"/>
                  </a:lnTo>
                  <a:lnTo>
                    <a:pt x="2279" y="683"/>
                  </a:lnTo>
                  <a:lnTo>
                    <a:pt x="2288" y="667"/>
                  </a:lnTo>
                  <a:lnTo>
                    <a:pt x="2283" y="667"/>
                  </a:lnTo>
                  <a:lnTo>
                    <a:pt x="2279" y="667"/>
                  </a:lnTo>
                  <a:lnTo>
                    <a:pt x="2276" y="665"/>
                  </a:lnTo>
                  <a:lnTo>
                    <a:pt x="2276" y="664"/>
                  </a:lnTo>
                  <a:lnTo>
                    <a:pt x="2274" y="662"/>
                  </a:lnTo>
                  <a:lnTo>
                    <a:pt x="2274" y="658"/>
                  </a:lnTo>
                  <a:lnTo>
                    <a:pt x="2272" y="653"/>
                  </a:lnTo>
                  <a:lnTo>
                    <a:pt x="2285" y="650"/>
                  </a:lnTo>
                  <a:lnTo>
                    <a:pt x="2281" y="646"/>
                  </a:lnTo>
                  <a:lnTo>
                    <a:pt x="2281" y="644"/>
                  </a:lnTo>
                  <a:lnTo>
                    <a:pt x="2279" y="643"/>
                  </a:lnTo>
                  <a:lnTo>
                    <a:pt x="2279" y="643"/>
                  </a:lnTo>
                  <a:lnTo>
                    <a:pt x="2279" y="641"/>
                  </a:lnTo>
                  <a:lnTo>
                    <a:pt x="2281" y="637"/>
                  </a:lnTo>
                  <a:lnTo>
                    <a:pt x="2283" y="630"/>
                  </a:lnTo>
                  <a:lnTo>
                    <a:pt x="2288" y="625"/>
                  </a:lnTo>
                  <a:lnTo>
                    <a:pt x="2291" y="622"/>
                  </a:lnTo>
                  <a:lnTo>
                    <a:pt x="2298" y="618"/>
                  </a:lnTo>
                  <a:lnTo>
                    <a:pt x="2304" y="615"/>
                  </a:lnTo>
                  <a:lnTo>
                    <a:pt x="2302" y="611"/>
                  </a:lnTo>
                  <a:lnTo>
                    <a:pt x="2302" y="609"/>
                  </a:lnTo>
                  <a:lnTo>
                    <a:pt x="2302" y="609"/>
                  </a:lnTo>
                  <a:lnTo>
                    <a:pt x="2300" y="608"/>
                  </a:lnTo>
                  <a:lnTo>
                    <a:pt x="2300" y="606"/>
                  </a:lnTo>
                  <a:lnTo>
                    <a:pt x="2298" y="602"/>
                  </a:lnTo>
                  <a:lnTo>
                    <a:pt x="2297" y="602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5" y="601"/>
                  </a:lnTo>
                  <a:lnTo>
                    <a:pt x="2291" y="599"/>
                  </a:lnTo>
                  <a:lnTo>
                    <a:pt x="2288" y="597"/>
                  </a:lnTo>
                  <a:lnTo>
                    <a:pt x="2286" y="597"/>
                  </a:lnTo>
                  <a:lnTo>
                    <a:pt x="2283" y="597"/>
                  </a:lnTo>
                  <a:lnTo>
                    <a:pt x="2279" y="595"/>
                  </a:lnTo>
                  <a:lnTo>
                    <a:pt x="2276" y="595"/>
                  </a:lnTo>
                  <a:lnTo>
                    <a:pt x="2276" y="594"/>
                  </a:lnTo>
                  <a:lnTo>
                    <a:pt x="2274" y="592"/>
                  </a:lnTo>
                  <a:lnTo>
                    <a:pt x="2274" y="590"/>
                  </a:lnTo>
                  <a:lnTo>
                    <a:pt x="2274" y="587"/>
                  </a:lnTo>
                  <a:lnTo>
                    <a:pt x="2272" y="583"/>
                  </a:lnTo>
                  <a:lnTo>
                    <a:pt x="2274" y="582"/>
                  </a:lnTo>
                  <a:lnTo>
                    <a:pt x="2274" y="580"/>
                  </a:lnTo>
                  <a:lnTo>
                    <a:pt x="2276" y="578"/>
                  </a:lnTo>
                  <a:lnTo>
                    <a:pt x="2276" y="576"/>
                  </a:lnTo>
                  <a:lnTo>
                    <a:pt x="2276" y="573"/>
                  </a:lnTo>
                  <a:lnTo>
                    <a:pt x="2272" y="573"/>
                  </a:lnTo>
                  <a:lnTo>
                    <a:pt x="2271" y="576"/>
                  </a:lnTo>
                  <a:lnTo>
                    <a:pt x="2271" y="578"/>
                  </a:lnTo>
                  <a:lnTo>
                    <a:pt x="2271" y="580"/>
                  </a:lnTo>
                  <a:lnTo>
                    <a:pt x="2269" y="580"/>
                  </a:lnTo>
                  <a:lnTo>
                    <a:pt x="2267" y="582"/>
                  </a:lnTo>
                  <a:lnTo>
                    <a:pt x="2265" y="583"/>
                  </a:lnTo>
                  <a:lnTo>
                    <a:pt x="2262" y="566"/>
                  </a:lnTo>
                  <a:lnTo>
                    <a:pt x="2258" y="550"/>
                  </a:lnTo>
                  <a:lnTo>
                    <a:pt x="2257" y="538"/>
                  </a:lnTo>
                  <a:lnTo>
                    <a:pt x="2260" y="529"/>
                  </a:lnTo>
                  <a:lnTo>
                    <a:pt x="2265" y="520"/>
                  </a:lnTo>
                  <a:lnTo>
                    <a:pt x="2271" y="510"/>
                  </a:lnTo>
                  <a:lnTo>
                    <a:pt x="2272" y="494"/>
                  </a:lnTo>
                  <a:close/>
                  <a:moveTo>
                    <a:pt x="29" y="458"/>
                  </a:moveTo>
                  <a:lnTo>
                    <a:pt x="49" y="458"/>
                  </a:lnTo>
                  <a:lnTo>
                    <a:pt x="49" y="465"/>
                  </a:lnTo>
                  <a:lnTo>
                    <a:pt x="45" y="465"/>
                  </a:lnTo>
                  <a:lnTo>
                    <a:pt x="45" y="468"/>
                  </a:lnTo>
                  <a:lnTo>
                    <a:pt x="40" y="466"/>
                  </a:lnTo>
                  <a:lnTo>
                    <a:pt x="36" y="463"/>
                  </a:lnTo>
                  <a:lnTo>
                    <a:pt x="33" y="461"/>
                  </a:lnTo>
                  <a:lnTo>
                    <a:pt x="29" y="458"/>
                  </a:lnTo>
                  <a:close/>
                  <a:moveTo>
                    <a:pt x="1239" y="403"/>
                  </a:moveTo>
                  <a:lnTo>
                    <a:pt x="1244" y="407"/>
                  </a:lnTo>
                  <a:lnTo>
                    <a:pt x="1249" y="412"/>
                  </a:lnTo>
                  <a:lnTo>
                    <a:pt x="1253" y="419"/>
                  </a:lnTo>
                  <a:lnTo>
                    <a:pt x="1255" y="426"/>
                  </a:lnTo>
                  <a:lnTo>
                    <a:pt x="1251" y="426"/>
                  </a:lnTo>
                  <a:lnTo>
                    <a:pt x="1248" y="428"/>
                  </a:lnTo>
                  <a:lnTo>
                    <a:pt x="1246" y="428"/>
                  </a:lnTo>
                  <a:lnTo>
                    <a:pt x="1241" y="430"/>
                  </a:lnTo>
                  <a:lnTo>
                    <a:pt x="1235" y="430"/>
                  </a:lnTo>
                  <a:lnTo>
                    <a:pt x="1235" y="426"/>
                  </a:lnTo>
                  <a:lnTo>
                    <a:pt x="1234" y="426"/>
                  </a:lnTo>
                  <a:lnTo>
                    <a:pt x="1234" y="424"/>
                  </a:lnTo>
                  <a:lnTo>
                    <a:pt x="1234" y="424"/>
                  </a:lnTo>
                  <a:lnTo>
                    <a:pt x="1232" y="423"/>
                  </a:lnTo>
                  <a:lnTo>
                    <a:pt x="1234" y="419"/>
                  </a:lnTo>
                  <a:lnTo>
                    <a:pt x="1234" y="417"/>
                  </a:lnTo>
                  <a:lnTo>
                    <a:pt x="1234" y="417"/>
                  </a:lnTo>
                  <a:lnTo>
                    <a:pt x="1234" y="416"/>
                  </a:lnTo>
                  <a:lnTo>
                    <a:pt x="1235" y="414"/>
                  </a:lnTo>
                  <a:lnTo>
                    <a:pt x="1239" y="403"/>
                  </a:lnTo>
                  <a:close/>
                  <a:moveTo>
                    <a:pt x="1209" y="391"/>
                  </a:moveTo>
                  <a:lnTo>
                    <a:pt x="1213" y="395"/>
                  </a:lnTo>
                  <a:lnTo>
                    <a:pt x="1215" y="397"/>
                  </a:lnTo>
                  <a:lnTo>
                    <a:pt x="1215" y="398"/>
                  </a:lnTo>
                  <a:lnTo>
                    <a:pt x="1216" y="402"/>
                  </a:lnTo>
                  <a:lnTo>
                    <a:pt x="1216" y="405"/>
                  </a:lnTo>
                  <a:lnTo>
                    <a:pt x="1216" y="410"/>
                  </a:lnTo>
                  <a:lnTo>
                    <a:pt x="1213" y="410"/>
                  </a:lnTo>
                  <a:lnTo>
                    <a:pt x="1213" y="414"/>
                  </a:lnTo>
                  <a:lnTo>
                    <a:pt x="1206" y="412"/>
                  </a:lnTo>
                  <a:lnTo>
                    <a:pt x="1199" y="410"/>
                  </a:lnTo>
                  <a:lnTo>
                    <a:pt x="1194" y="407"/>
                  </a:lnTo>
                  <a:lnTo>
                    <a:pt x="1190" y="407"/>
                  </a:lnTo>
                  <a:lnTo>
                    <a:pt x="1190" y="403"/>
                  </a:lnTo>
                  <a:lnTo>
                    <a:pt x="1197" y="400"/>
                  </a:lnTo>
                  <a:lnTo>
                    <a:pt x="1204" y="397"/>
                  </a:lnTo>
                  <a:lnTo>
                    <a:pt x="1209" y="391"/>
                  </a:lnTo>
                  <a:close/>
                  <a:moveTo>
                    <a:pt x="1286" y="360"/>
                  </a:moveTo>
                  <a:lnTo>
                    <a:pt x="1290" y="362"/>
                  </a:lnTo>
                  <a:lnTo>
                    <a:pt x="1290" y="362"/>
                  </a:lnTo>
                  <a:lnTo>
                    <a:pt x="1291" y="363"/>
                  </a:lnTo>
                  <a:lnTo>
                    <a:pt x="1291" y="363"/>
                  </a:lnTo>
                  <a:lnTo>
                    <a:pt x="1293" y="365"/>
                  </a:lnTo>
                  <a:lnTo>
                    <a:pt x="1297" y="365"/>
                  </a:lnTo>
                  <a:lnTo>
                    <a:pt x="1297" y="367"/>
                  </a:lnTo>
                  <a:lnTo>
                    <a:pt x="1297" y="369"/>
                  </a:lnTo>
                  <a:lnTo>
                    <a:pt x="1295" y="370"/>
                  </a:lnTo>
                  <a:lnTo>
                    <a:pt x="1295" y="370"/>
                  </a:lnTo>
                  <a:lnTo>
                    <a:pt x="1293" y="372"/>
                  </a:lnTo>
                  <a:lnTo>
                    <a:pt x="1291" y="374"/>
                  </a:lnTo>
                  <a:lnTo>
                    <a:pt x="1290" y="374"/>
                  </a:lnTo>
                  <a:lnTo>
                    <a:pt x="1288" y="376"/>
                  </a:lnTo>
                  <a:lnTo>
                    <a:pt x="1286" y="376"/>
                  </a:lnTo>
                  <a:lnTo>
                    <a:pt x="1283" y="376"/>
                  </a:lnTo>
                  <a:lnTo>
                    <a:pt x="1283" y="370"/>
                  </a:lnTo>
                  <a:lnTo>
                    <a:pt x="1283" y="367"/>
                  </a:lnTo>
                  <a:lnTo>
                    <a:pt x="1284" y="365"/>
                  </a:lnTo>
                  <a:lnTo>
                    <a:pt x="1286" y="360"/>
                  </a:lnTo>
                  <a:close/>
                  <a:moveTo>
                    <a:pt x="0" y="341"/>
                  </a:moveTo>
                  <a:lnTo>
                    <a:pt x="17" y="344"/>
                  </a:lnTo>
                  <a:lnTo>
                    <a:pt x="29" y="349"/>
                  </a:lnTo>
                  <a:lnTo>
                    <a:pt x="38" y="360"/>
                  </a:lnTo>
                  <a:lnTo>
                    <a:pt x="35" y="363"/>
                  </a:lnTo>
                  <a:lnTo>
                    <a:pt x="31" y="363"/>
                  </a:lnTo>
                  <a:lnTo>
                    <a:pt x="29" y="365"/>
                  </a:lnTo>
                  <a:lnTo>
                    <a:pt x="28" y="367"/>
                  </a:lnTo>
                  <a:lnTo>
                    <a:pt x="22" y="369"/>
                  </a:lnTo>
                  <a:lnTo>
                    <a:pt x="19" y="365"/>
                  </a:lnTo>
                  <a:lnTo>
                    <a:pt x="14" y="362"/>
                  </a:lnTo>
                  <a:lnTo>
                    <a:pt x="10" y="358"/>
                  </a:lnTo>
                  <a:lnTo>
                    <a:pt x="5" y="356"/>
                  </a:lnTo>
                  <a:lnTo>
                    <a:pt x="3" y="355"/>
                  </a:lnTo>
                  <a:lnTo>
                    <a:pt x="0" y="351"/>
                  </a:lnTo>
                  <a:lnTo>
                    <a:pt x="0" y="348"/>
                  </a:lnTo>
                  <a:lnTo>
                    <a:pt x="0" y="341"/>
                  </a:lnTo>
                  <a:close/>
                  <a:moveTo>
                    <a:pt x="1178" y="299"/>
                  </a:moveTo>
                  <a:lnTo>
                    <a:pt x="1178" y="307"/>
                  </a:lnTo>
                  <a:lnTo>
                    <a:pt x="1180" y="311"/>
                  </a:lnTo>
                  <a:lnTo>
                    <a:pt x="1181" y="314"/>
                  </a:lnTo>
                  <a:lnTo>
                    <a:pt x="1181" y="320"/>
                  </a:lnTo>
                  <a:lnTo>
                    <a:pt x="1181" y="327"/>
                  </a:lnTo>
                  <a:lnTo>
                    <a:pt x="1201" y="327"/>
                  </a:lnTo>
                  <a:lnTo>
                    <a:pt x="1218" y="346"/>
                  </a:lnTo>
                  <a:lnTo>
                    <a:pt x="1235" y="365"/>
                  </a:lnTo>
                  <a:lnTo>
                    <a:pt x="1235" y="367"/>
                  </a:lnTo>
                  <a:lnTo>
                    <a:pt x="1234" y="369"/>
                  </a:lnTo>
                  <a:lnTo>
                    <a:pt x="1234" y="370"/>
                  </a:lnTo>
                  <a:lnTo>
                    <a:pt x="1234" y="370"/>
                  </a:lnTo>
                  <a:lnTo>
                    <a:pt x="1232" y="372"/>
                  </a:lnTo>
                  <a:lnTo>
                    <a:pt x="1229" y="376"/>
                  </a:lnTo>
                  <a:lnTo>
                    <a:pt x="1227" y="377"/>
                  </a:lnTo>
                  <a:lnTo>
                    <a:pt x="1225" y="379"/>
                  </a:lnTo>
                  <a:lnTo>
                    <a:pt x="1223" y="379"/>
                  </a:lnTo>
                  <a:lnTo>
                    <a:pt x="1218" y="379"/>
                  </a:lnTo>
                  <a:lnTo>
                    <a:pt x="1213" y="381"/>
                  </a:lnTo>
                  <a:lnTo>
                    <a:pt x="1213" y="376"/>
                  </a:lnTo>
                  <a:lnTo>
                    <a:pt x="1213" y="370"/>
                  </a:lnTo>
                  <a:lnTo>
                    <a:pt x="1213" y="367"/>
                  </a:lnTo>
                  <a:lnTo>
                    <a:pt x="1213" y="365"/>
                  </a:lnTo>
                  <a:lnTo>
                    <a:pt x="1209" y="362"/>
                  </a:lnTo>
                  <a:lnTo>
                    <a:pt x="1206" y="360"/>
                  </a:lnTo>
                  <a:lnTo>
                    <a:pt x="1201" y="356"/>
                  </a:lnTo>
                  <a:lnTo>
                    <a:pt x="1195" y="370"/>
                  </a:lnTo>
                  <a:lnTo>
                    <a:pt x="1185" y="379"/>
                  </a:lnTo>
                  <a:lnTo>
                    <a:pt x="1171" y="384"/>
                  </a:lnTo>
                  <a:lnTo>
                    <a:pt x="1171" y="379"/>
                  </a:lnTo>
                  <a:lnTo>
                    <a:pt x="1171" y="376"/>
                  </a:lnTo>
                  <a:lnTo>
                    <a:pt x="1173" y="372"/>
                  </a:lnTo>
                  <a:lnTo>
                    <a:pt x="1171" y="369"/>
                  </a:lnTo>
                  <a:lnTo>
                    <a:pt x="1169" y="365"/>
                  </a:lnTo>
                  <a:lnTo>
                    <a:pt x="1167" y="360"/>
                  </a:lnTo>
                  <a:lnTo>
                    <a:pt x="1162" y="358"/>
                  </a:lnTo>
                  <a:lnTo>
                    <a:pt x="1159" y="356"/>
                  </a:lnTo>
                  <a:lnTo>
                    <a:pt x="1155" y="356"/>
                  </a:lnTo>
                  <a:lnTo>
                    <a:pt x="1152" y="355"/>
                  </a:lnTo>
                  <a:lnTo>
                    <a:pt x="1150" y="355"/>
                  </a:lnTo>
                  <a:lnTo>
                    <a:pt x="1146" y="353"/>
                  </a:lnTo>
                  <a:lnTo>
                    <a:pt x="1143" y="349"/>
                  </a:lnTo>
                  <a:lnTo>
                    <a:pt x="1153" y="337"/>
                  </a:lnTo>
                  <a:lnTo>
                    <a:pt x="1160" y="323"/>
                  </a:lnTo>
                  <a:lnTo>
                    <a:pt x="1167" y="309"/>
                  </a:lnTo>
                  <a:lnTo>
                    <a:pt x="1178" y="299"/>
                  </a:lnTo>
                  <a:close/>
                  <a:moveTo>
                    <a:pt x="2150" y="269"/>
                  </a:moveTo>
                  <a:lnTo>
                    <a:pt x="2152" y="273"/>
                  </a:lnTo>
                  <a:lnTo>
                    <a:pt x="2154" y="276"/>
                  </a:lnTo>
                  <a:lnTo>
                    <a:pt x="2155" y="278"/>
                  </a:lnTo>
                  <a:lnTo>
                    <a:pt x="2155" y="281"/>
                  </a:lnTo>
                  <a:lnTo>
                    <a:pt x="2157" y="285"/>
                  </a:lnTo>
                  <a:lnTo>
                    <a:pt x="2157" y="292"/>
                  </a:lnTo>
                  <a:lnTo>
                    <a:pt x="2157" y="297"/>
                  </a:lnTo>
                  <a:lnTo>
                    <a:pt x="2159" y="311"/>
                  </a:lnTo>
                  <a:lnTo>
                    <a:pt x="2161" y="327"/>
                  </a:lnTo>
                  <a:lnTo>
                    <a:pt x="2161" y="341"/>
                  </a:lnTo>
                  <a:lnTo>
                    <a:pt x="2141" y="351"/>
                  </a:lnTo>
                  <a:lnTo>
                    <a:pt x="2119" y="360"/>
                  </a:lnTo>
                  <a:lnTo>
                    <a:pt x="2098" y="370"/>
                  </a:lnTo>
                  <a:lnTo>
                    <a:pt x="2080" y="384"/>
                  </a:lnTo>
                  <a:lnTo>
                    <a:pt x="2075" y="381"/>
                  </a:lnTo>
                  <a:lnTo>
                    <a:pt x="2066" y="377"/>
                  </a:lnTo>
                  <a:lnTo>
                    <a:pt x="2054" y="370"/>
                  </a:lnTo>
                  <a:lnTo>
                    <a:pt x="2044" y="365"/>
                  </a:lnTo>
                  <a:lnTo>
                    <a:pt x="2035" y="360"/>
                  </a:lnTo>
                  <a:lnTo>
                    <a:pt x="2031" y="356"/>
                  </a:lnTo>
                  <a:lnTo>
                    <a:pt x="2033" y="355"/>
                  </a:lnTo>
                  <a:lnTo>
                    <a:pt x="2035" y="353"/>
                  </a:lnTo>
                  <a:lnTo>
                    <a:pt x="2035" y="353"/>
                  </a:lnTo>
                  <a:lnTo>
                    <a:pt x="2037" y="351"/>
                  </a:lnTo>
                  <a:lnTo>
                    <a:pt x="2037" y="349"/>
                  </a:lnTo>
                  <a:lnTo>
                    <a:pt x="2038" y="346"/>
                  </a:lnTo>
                  <a:lnTo>
                    <a:pt x="2033" y="342"/>
                  </a:lnTo>
                  <a:lnTo>
                    <a:pt x="2026" y="341"/>
                  </a:lnTo>
                  <a:lnTo>
                    <a:pt x="2021" y="337"/>
                  </a:lnTo>
                  <a:lnTo>
                    <a:pt x="2016" y="334"/>
                  </a:lnTo>
                  <a:lnTo>
                    <a:pt x="2019" y="334"/>
                  </a:lnTo>
                  <a:lnTo>
                    <a:pt x="2023" y="330"/>
                  </a:lnTo>
                  <a:lnTo>
                    <a:pt x="2024" y="328"/>
                  </a:lnTo>
                  <a:lnTo>
                    <a:pt x="2026" y="328"/>
                  </a:lnTo>
                  <a:lnTo>
                    <a:pt x="2028" y="327"/>
                  </a:lnTo>
                  <a:lnTo>
                    <a:pt x="2033" y="327"/>
                  </a:lnTo>
                  <a:lnTo>
                    <a:pt x="2038" y="327"/>
                  </a:lnTo>
                  <a:lnTo>
                    <a:pt x="2038" y="314"/>
                  </a:lnTo>
                  <a:lnTo>
                    <a:pt x="2012" y="314"/>
                  </a:lnTo>
                  <a:lnTo>
                    <a:pt x="2007" y="304"/>
                  </a:lnTo>
                  <a:lnTo>
                    <a:pt x="2016" y="297"/>
                  </a:lnTo>
                  <a:lnTo>
                    <a:pt x="2023" y="290"/>
                  </a:lnTo>
                  <a:lnTo>
                    <a:pt x="2031" y="287"/>
                  </a:lnTo>
                  <a:lnTo>
                    <a:pt x="2045" y="283"/>
                  </a:lnTo>
                  <a:lnTo>
                    <a:pt x="2051" y="288"/>
                  </a:lnTo>
                  <a:lnTo>
                    <a:pt x="2054" y="294"/>
                  </a:lnTo>
                  <a:lnTo>
                    <a:pt x="2058" y="297"/>
                  </a:lnTo>
                  <a:lnTo>
                    <a:pt x="2061" y="304"/>
                  </a:lnTo>
                  <a:lnTo>
                    <a:pt x="2072" y="295"/>
                  </a:lnTo>
                  <a:lnTo>
                    <a:pt x="2082" y="288"/>
                  </a:lnTo>
                  <a:lnTo>
                    <a:pt x="2096" y="283"/>
                  </a:lnTo>
                  <a:lnTo>
                    <a:pt x="2098" y="288"/>
                  </a:lnTo>
                  <a:lnTo>
                    <a:pt x="2101" y="290"/>
                  </a:lnTo>
                  <a:lnTo>
                    <a:pt x="2101" y="292"/>
                  </a:lnTo>
                  <a:lnTo>
                    <a:pt x="2103" y="292"/>
                  </a:lnTo>
                  <a:lnTo>
                    <a:pt x="2105" y="292"/>
                  </a:lnTo>
                  <a:lnTo>
                    <a:pt x="2108" y="292"/>
                  </a:lnTo>
                  <a:lnTo>
                    <a:pt x="2117" y="287"/>
                  </a:lnTo>
                  <a:lnTo>
                    <a:pt x="2122" y="281"/>
                  </a:lnTo>
                  <a:lnTo>
                    <a:pt x="2129" y="276"/>
                  </a:lnTo>
                  <a:lnTo>
                    <a:pt x="2136" y="271"/>
                  </a:lnTo>
                  <a:lnTo>
                    <a:pt x="2150" y="269"/>
                  </a:lnTo>
                  <a:close/>
                  <a:moveTo>
                    <a:pt x="1302" y="206"/>
                  </a:moveTo>
                  <a:lnTo>
                    <a:pt x="1305" y="208"/>
                  </a:lnTo>
                  <a:lnTo>
                    <a:pt x="1307" y="210"/>
                  </a:lnTo>
                  <a:lnTo>
                    <a:pt x="1309" y="210"/>
                  </a:lnTo>
                  <a:lnTo>
                    <a:pt x="1311" y="211"/>
                  </a:lnTo>
                  <a:lnTo>
                    <a:pt x="1311" y="213"/>
                  </a:lnTo>
                  <a:lnTo>
                    <a:pt x="1311" y="215"/>
                  </a:lnTo>
                  <a:lnTo>
                    <a:pt x="1312" y="218"/>
                  </a:lnTo>
                  <a:lnTo>
                    <a:pt x="1316" y="224"/>
                  </a:lnTo>
                  <a:lnTo>
                    <a:pt x="1318" y="229"/>
                  </a:lnTo>
                  <a:lnTo>
                    <a:pt x="1319" y="234"/>
                  </a:lnTo>
                  <a:lnTo>
                    <a:pt x="1321" y="241"/>
                  </a:lnTo>
                  <a:lnTo>
                    <a:pt x="1316" y="243"/>
                  </a:lnTo>
                  <a:lnTo>
                    <a:pt x="1311" y="245"/>
                  </a:lnTo>
                  <a:lnTo>
                    <a:pt x="1305" y="245"/>
                  </a:lnTo>
                  <a:lnTo>
                    <a:pt x="1297" y="246"/>
                  </a:lnTo>
                  <a:lnTo>
                    <a:pt x="1295" y="238"/>
                  </a:lnTo>
                  <a:lnTo>
                    <a:pt x="1293" y="229"/>
                  </a:lnTo>
                  <a:lnTo>
                    <a:pt x="1293" y="218"/>
                  </a:lnTo>
                  <a:lnTo>
                    <a:pt x="1297" y="215"/>
                  </a:lnTo>
                  <a:lnTo>
                    <a:pt x="1298" y="211"/>
                  </a:lnTo>
                  <a:lnTo>
                    <a:pt x="1302" y="206"/>
                  </a:lnTo>
                  <a:close/>
                  <a:moveTo>
                    <a:pt x="1604" y="177"/>
                  </a:moveTo>
                  <a:lnTo>
                    <a:pt x="1611" y="180"/>
                  </a:lnTo>
                  <a:lnTo>
                    <a:pt x="1618" y="184"/>
                  </a:lnTo>
                  <a:lnTo>
                    <a:pt x="1621" y="187"/>
                  </a:lnTo>
                  <a:lnTo>
                    <a:pt x="1626" y="191"/>
                  </a:lnTo>
                  <a:lnTo>
                    <a:pt x="1632" y="196"/>
                  </a:lnTo>
                  <a:lnTo>
                    <a:pt x="1630" y="199"/>
                  </a:lnTo>
                  <a:lnTo>
                    <a:pt x="1630" y="199"/>
                  </a:lnTo>
                  <a:lnTo>
                    <a:pt x="1630" y="201"/>
                  </a:lnTo>
                  <a:lnTo>
                    <a:pt x="1628" y="201"/>
                  </a:lnTo>
                  <a:lnTo>
                    <a:pt x="1628" y="203"/>
                  </a:lnTo>
                  <a:lnTo>
                    <a:pt x="1625" y="206"/>
                  </a:lnTo>
                  <a:lnTo>
                    <a:pt x="1625" y="208"/>
                  </a:lnTo>
                  <a:lnTo>
                    <a:pt x="1623" y="208"/>
                  </a:lnTo>
                  <a:lnTo>
                    <a:pt x="1621" y="208"/>
                  </a:lnTo>
                  <a:lnTo>
                    <a:pt x="1619" y="210"/>
                  </a:lnTo>
                  <a:lnTo>
                    <a:pt x="1616" y="211"/>
                  </a:lnTo>
                  <a:lnTo>
                    <a:pt x="1611" y="206"/>
                  </a:lnTo>
                  <a:lnTo>
                    <a:pt x="1606" y="201"/>
                  </a:lnTo>
                  <a:lnTo>
                    <a:pt x="1599" y="196"/>
                  </a:lnTo>
                  <a:lnTo>
                    <a:pt x="1593" y="192"/>
                  </a:lnTo>
                  <a:lnTo>
                    <a:pt x="1597" y="180"/>
                  </a:lnTo>
                  <a:lnTo>
                    <a:pt x="1600" y="180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4" y="177"/>
                  </a:lnTo>
                  <a:close/>
                  <a:moveTo>
                    <a:pt x="2963" y="170"/>
                  </a:moveTo>
                  <a:lnTo>
                    <a:pt x="2979" y="170"/>
                  </a:lnTo>
                  <a:lnTo>
                    <a:pt x="2979" y="177"/>
                  </a:lnTo>
                  <a:lnTo>
                    <a:pt x="2976" y="177"/>
                  </a:lnTo>
                  <a:lnTo>
                    <a:pt x="2972" y="180"/>
                  </a:lnTo>
                  <a:lnTo>
                    <a:pt x="2970" y="180"/>
                  </a:lnTo>
                  <a:lnTo>
                    <a:pt x="2967" y="180"/>
                  </a:lnTo>
                  <a:lnTo>
                    <a:pt x="2967" y="178"/>
                  </a:lnTo>
                  <a:lnTo>
                    <a:pt x="2965" y="175"/>
                  </a:lnTo>
                  <a:lnTo>
                    <a:pt x="2965" y="173"/>
                  </a:lnTo>
                  <a:lnTo>
                    <a:pt x="2963" y="171"/>
                  </a:lnTo>
                  <a:lnTo>
                    <a:pt x="2963" y="170"/>
                  </a:lnTo>
                  <a:close/>
                  <a:moveTo>
                    <a:pt x="989" y="149"/>
                  </a:moveTo>
                  <a:lnTo>
                    <a:pt x="1005" y="159"/>
                  </a:lnTo>
                  <a:lnTo>
                    <a:pt x="1019" y="171"/>
                  </a:lnTo>
                  <a:lnTo>
                    <a:pt x="1033" y="184"/>
                  </a:lnTo>
                  <a:lnTo>
                    <a:pt x="1028" y="184"/>
                  </a:lnTo>
                  <a:lnTo>
                    <a:pt x="1024" y="189"/>
                  </a:lnTo>
                  <a:lnTo>
                    <a:pt x="1021" y="191"/>
                  </a:lnTo>
                  <a:lnTo>
                    <a:pt x="1016" y="191"/>
                  </a:lnTo>
                  <a:lnTo>
                    <a:pt x="1010" y="192"/>
                  </a:lnTo>
                  <a:lnTo>
                    <a:pt x="1002" y="192"/>
                  </a:lnTo>
                  <a:lnTo>
                    <a:pt x="995" y="185"/>
                  </a:lnTo>
                  <a:lnTo>
                    <a:pt x="988" y="180"/>
                  </a:lnTo>
                  <a:lnTo>
                    <a:pt x="979" y="177"/>
                  </a:lnTo>
                  <a:lnTo>
                    <a:pt x="979" y="173"/>
                  </a:lnTo>
                  <a:lnTo>
                    <a:pt x="995" y="164"/>
                  </a:lnTo>
                  <a:lnTo>
                    <a:pt x="993" y="161"/>
                  </a:lnTo>
                  <a:lnTo>
                    <a:pt x="991" y="159"/>
                  </a:lnTo>
                  <a:lnTo>
                    <a:pt x="991" y="156"/>
                  </a:lnTo>
                  <a:lnTo>
                    <a:pt x="989" y="149"/>
                  </a:lnTo>
                  <a:close/>
                  <a:moveTo>
                    <a:pt x="4822" y="100"/>
                  </a:moveTo>
                  <a:lnTo>
                    <a:pt x="4826" y="105"/>
                  </a:lnTo>
                  <a:lnTo>
                    <a:pt x="4829" y="109"/>
                  </a:lnTo>
                  <a:lnTo>
                    <a:pt x="4833" y="109"/>
                  </a:lnTo>
                  <a:lnTo>
                    <a:pt x="4835" y="110"/>
                  </a:lnTo>
                  <a:lnTo>
                    <a:pt x="4836" y="110"/>
                  </a:lnTo>
                  <a:lnTo>
                    <a:pt x="4840" y="110"/>
                  </a:lnTo>
                  <a:lnTo>
                    <a:pt x="4842" y="110"/>
                  </a:lnTo>
                  <a:lnTo>
                    <a:pt x="4843" y="110"/>
                  </a:lnTo>
                  <a:lnTo>
                    <a:pt x="4847" y="112"/>
                  </a:lnTo>
                  <a:lnTo>
                    <a:pt x="4849" y="115"/>
                  </a:lnTo>
                  <a:lnTo>
                    <a:pt x="4842" y="121"/>
                  </a:lnTo>
                  <a:lnTo>
                    <a:pt x="4835" y="126"/>
                  </a:lnTo>
                  <a:lnTo>
                    <a:pt x="4800" y="129"/>
                  </a:lnTo>
                  <a:lnTo>
                    <a:pt x="4800" y="115"/>
                  </a:lnTo>
                  <a:lnTo>
                    <a:pt x="4805" y="110"/>
                  </a:lnTo>
                  <a:lnTo>
                    <a:pt x="4810" y="107"/>
                  </a:lnTo>
                  <a:lnTo>
                    <a:pt x="4815" y="103"/>
                  </a:lnTo>
                  <a:lnTo>
                    <a:pt x="4822" y="100"/>
                  </a:lnTo>
                  <a:close/>
                  <a:moveTo>
                    <a:pt x="1063" y="72"/>
                  </a:moveTo>
                  <a:lnTo>
                    <a:pt x="1064" y="79"/>
                  </a:lnTo>
                  <a:lnTo>
                    <a:pt x="1064" y="84"/>
                  </a:lnTo>
                  <a:lnTo>
                    <a:pt x="1066" y="86"/>
                  </a:lnTo>
                  <a:lnTo>
                    <a:pt x="1068" y="88"/>
                  </a:lnTo>
                  <a:lnTo>
                    <a:pt x="1070" y="89"/>
                  </a:lnTo>
                  <a:lnTo>
                    <a:pt x="1073" y="93"/>
                  </a:lnTo>
                  <a:lnTo>
                    <a:pt x="1075" y="96"/>
                  </a:lnTo>
                  <a:lnTo>
                    <a:pt x="1073" y="100"/>
                  </a:lnTo>
                  <a:lnTo>
                    <a:pt x="1071" y="105"/>
                  </a:lnTo>
                  <a:lnTo>
                    <a:pt x="1070" y="109"/>
                  </a:lnTo>
                  <a:lnTo>
                    <a:pt x="1068" y="112"/>
                  </a:lnTo>
                  <a:lnTo>
                    <a:pt x="1066" y="119"/>
                  </a:lnTo>
                  <a:lnTo>
                    <a:pt x="1073" y="121"/>
                  </a:lnTo>
                  <a:lnTo>
                    <a:pt x="1077" y="124"/>
                  </a:lnTo>
                  <a:lnTo>
                    <a:pt x="1080" y="128"/>
                  </a:lnTo>
                  <a:lnTo>
                    <a:pt x="1082" y="131"/>
                  </a:lnTo>
                  <a:lnTo>
                    <a:pt x="1082" y="138"/>
                  </a:lnTo>
                  <a:lnTo>
                    <a:pt x="1082" y="145"/>
                  </a:lnTo>
                  <a:lnTo>
                    <a:pt x="1077" y="149"/>
                  </a:lnTo>
                  <a:lnTo>
                    <a:pt x="1073" y="152"/>
                  </a:lnTo>
                  <a:lnTo>
                    <a:pt x="1071" y="157"/>
                  </a:lnTo>
                  <a:lnTo>
                    <a:pt x="1070" y="163"/>
                  </a:lnTo>
                  <a:lnTo>
                    <a:pt x="1066" y="170"/>
                  </a:lnTo>
                  <a:lnTo>
                    <a:pt x="1091" y="170"/>
                  </a:lnTo>
                  <a:lnTo>
                    <a:pt x="1091" y="185"/>
                  </a:lnTo>
                  <a:lnTo>
                    <a:pt x="1094" y="199"/>
                  </a:lnTo>
                  <a:lnTo>
                    <a:pt x="1105" y="199"/>
                  </a:lnTo>
                  <a:lnTo>
                    <a:pt x="1110" y="194"/>
                  </a:lnTo>
                  <a:lnTo>
                    <a:pt x="1115" y="189"/>
                  </a:lnTo>
                  <a:lnTo>
                    <a:pt x="1120" y="184"/>
                  </a:lnTo>
                  <a:lnTo>
                    <a:pt x="1129" y="180"/>
                  </a:lnTo>
                  <a:lnTo>
                    <a:pt x="1129" y="191"/>
                  </a:lnTo>
                  <a:lnTo>
                    <a:pt x="1127" y="205"/>
                  </a:lnTo>
                  <a:lnTo>
                    <a:pt x="1126" y="217"/>
                  </a:lnTo>
                  <a:lnTo>
                    <a:pt x="1126" y="225"/>
                  </a:lnTo>
                  <a:lnTo>
                    <a:pt x="1124" y="231"/>
                  </a:lnTo>
                  <a:lnTo>
                    <a:pt x="1127" y="234"/>
                  </a:lnTo>
                  <a:lnTo>
                    <a:pt x="1129" y="236"/>
                  </a:lnTo>
                  <a:lnTo>
                    <a:pt x="1131" y="238"/>
                  </a:lnTo>
                  <a:lnTo>
                    <a:pt x="1134" y="239"/>
                  </a:lnTo>
                  <a:lnTo>
                    <a:pt x="1139" y="241"/>
                  </a:lnTo>
                  <a:lnTo>
                    <a:pt x="1148" y="227"/>
                  </a:lnTo>
                  <a:lnTo>
                    <a:pt x="1155" y="211"/>
                  </a:lnTo>
                  <a:lnTo>
                    <a:pt x="1155" y="199"/>
                  </a:lnTo>
                  <a:lnTo>
                    <a:pt x="1153" y="187"/>
                  </a:lnTo>
                  <a:lnTo>
                    <a:pt x="1153" y="175"/>
                  </a:lnTo>
                  <a:lnTo>
                    <a:pt x="1157" y="163"/>
                  </a:lnTo>
                  <a:lnTo>
                    <a:pt x="1167" y="154"/>
                  </a:lnTo>
                  <a:lnTo>
                    <a:pt x="1171" y="150"/>
                  </a:lnTo>
                  <a:lnTo>
                    <a:pt x="1174" y="150"/>
                  </a:lnTo>
                  <a:lnTo>
                    <a:pt x="1178" y="152"/>
                  </a:lnTo>
                  <a:lnTo>
                    <a:pt x="1181" y="154"/>
                  </a:lnTo>
                  <a:lnTo>
                    <a:pt x="1183" y="157"/>
                  </a:lnTo>
                  <a:lnTo>
                    <a:pt x="1187" y="161"/>
                  </a:lnTo>
                  <a:lnTo>
                    <a:pt x="1188" y="164"/>
                  </a:lnTo>
                  <a:lnTo>
                    <a:pt x="1192" y="166"/>
                  </a:lnTo>
                  <a:lnTo>
                    <a:pt x="1194" y="170"/>
                  </a:lnTo>
                  <a:lnTo>
                    <a:pt x="1201" y="170"/>
                  </a:lnTo>
                  <a:lnTo>
                    <a:pt x="1209" y="166"/>
                  </a:lnTo>
                  <a:lnTo>
                    <a:pt x="1218" y="164"/>
                  </a:lnTo>
                  <a:lnTo>
                    <a:pt x="1225" y="170"/>
                  </a:lnTo>
                  <a:lnTo>
                    <a:pt x="1225" y="184"/>
                  </a:lnTo>
                  <a:lnTo>
                    <a:pt x="1225" y="191"/>
                  </a:lnTo>
                  <a:lnTo>
                    <a:pt x="1223" y="203"/>
                  </a:lnTo>
                  <a:lnTo>
                    <a:pt x="1222" y="218"/>
                  </a:lnTo>
                  <a:lnTo>
                    <a:pt x="1218" y="236"/>
                  </a:lnTo>
                  <a:lnTo>
                    <a:pt x="1215" y="250"/>
                  </a:lnTo>
                  <a:lnTo>
                    <a:pt x="1213" y="260"/>
                  </a:lnTo>
                  <a:lnTo>
                    <a:pt x="1206" y="260"/>
                  </a:lnTo>
                  <a:lnTo>
                    <a:pt x="1202" y="259"/>
                  </a:lnTo>
                  <a:lnTo>
                    <a:pt x="1199" y="257"/>
                  </a:lnTo>
                  <a:lnTo>
                    <a:pt x="1195" y="255"/>
                  </a:lnTo>
                  <a:lnTo>
                    <a:pt x="1190" y="253"/>
                  </a:lnTo>
                  <a:lnTo>
                    <a:pt x="1190" y="257"/>
                  </a:lnTo>
                  <a:lnTo>
                    <a:pt x="1192" y="259"/>
                  </a:lnTo>
                  <a:lnTo>
                    <a:pt x="1194" y="260"/>
                  </a:lnTo>
                  <a:lnTo>
                    <a:pt x="1195" y="262"/>
                  </a:lnTo>
                  <a:lnTo>
                    <a:pt x="1195" y="264"/>
                  </a:lnTo>
                  <a:lnTo>
                    <a:pt x="1197" y="267"/>
                  </a:lnTo>
                  <a:lnTo>
                    <a:pt x="1197" y="273"/>
                  </a:lnTo>
                  <a:lnTo>
                    <a:pt x="1148" y="276"/>
                  </a:lnTo>
                  <a:lnTo>
                    <a:pt x="1148" y="280"/>
                  </a:lnTo>
                  <a:lnTo>
                    <a:pt x="1152" y="290"/>
                  </a:lnTo>
                  <a:lnTo>
                    <a:pt x="1150" y="301"/>
                  </a:lnTo>
                  <a:lnTo>
                    <a:pt x="1148" y="318"/>
                  </a:lnTo>
                  <a:lnTo>
                    <a:pt x="1139" y="318"/>
                  </a:lnTo>
                  <a:lnTo>
                    <a:pt x="1127" y="311"/>
                  </a:lnTo>
                  <a:lnTo>
                    <a:pt x="1110" y="307"/>
                  </a:lnTo>
                  <a:lnTo>
                    <a:pt x="1110" y="311"/>
                  </a:lnTo>
                  <a:lnTo>
                    <a:pt x="1113" y="311"/>
                  </a:lnTo>
                  <a:lnTo>
                    <a:pt x="1117" y="314"/>
                  </a:lnTo>
                  <a:lnTo>
                    <a:pt x="1119" y="316"/>
                  </a:lnTo>
                  <a:lnTo>
                    <a:pt x="1120" y="318"/>
                  </a:lnTo>
                  <a:lnTo>
                    <a:pt x="1122" y="320"/>
                  </a:lnTo>
                  <a:lnTo>
                    <a:pt x="1124" y="325"/>
                  </a:lnTo>
                  <a:lnTo>
                    <a:pt x="1124" y="330"/>
                  </a:lnTo>
                  <a:lnTo>
                    <a:pt x="1122" y="334"/>
                  </a:lnTo>
                  <a:lnTo>
                    <a:pt x="1119" y="337"/>
                  </a:lnTo>
                  <a:lnTo>
                    <a:pt x="1117" y="341"/>
                  </a:lnTo>
                  <a:lnTo>
                    <a:pt x="1108" y="348"/>
                  </a:lnTo>
                  <a:lnTo>
                    <a:pt x="1101" y="355"/>
                  </a:lnTo>
                  <a:lnTo>
                    <a:pt x="1098" y="363"/>
                  </a:lnTo>
                  <a:lnTo>
                    <a:pt x="1094" y="376"/>
                  </a:lnTo>
                  <a:lnTo>
                    <a:pt x="1087" y="376"/>
                  </a:lnTo>
                  <a:lnTo>
                    <a:pt x="1082" y="374"/>
                  </a:lnTo>
                  <a:lnTo>
                    <a:pt x="1077" y="372"/>
                  </a:lnTo>
                  <a:lnTo>
                    <a:pt x="1073" y="370"/>
                  </a:lnTo>
                  <a:lnTo>
                    <a:pt x="1066" y="369"/>
                  </a:lnTo>
                  <a:lnTo>
                    <a:pt x="1066" y="372"/>
                  </a:lnTo>
                  <a:lnTo>
                    <a:pt x="1075" y="372"/>
                  </a:lnTo>
                  <a:lnTo>
                    <a:pt x="1077" y="376"/>
                  </a:lnTo>
                  <a:lnTo>
                    <a:pt x="1078" y="379"/>
                  </a:lnTo>
                  <a:lnTo>
                    <a:pt x="1080" y="381"/>
                  </a:lnTo>
                  <a:lnTo>
                    <a:pt x="1080" y="384"/>
                  </a:lnTo>
                  <a:lnTo>
                    <a:pt x="1082" y="390"/>
                  </a:lnTo>
                  <a:lnTo>
                    <a:pt x="1082" y="395"/>
                  </a:lnTo>
                  <a:lnTo>
                    <a:pt x="1066" y="400"/>
                  </a:lnTo>
                  <a:lnTo>
                    <a:pt x="1052" y="409"/>
                  </a:lnTo>
                  <a:lnTo>
                    <a:pt x="1043" y="419"/>
                  </a:lnTo>
                  <a:lnTo>
                    <a:pt x="1037" y="435"/>
                  </a:lnTo>
                  <a:lnTo>
                    <a:pt x="1037" y="458"/>
                  </a:lnTo>
                  <a:lnTo>
                    <a:pt x="1043" y="472"/>
                  </a:lnTo>
                  <a:lnTo>
                    <a:pt x="1047" y="491"/>
                  </a:lnTo>
                  <a:lnTo>
                    <a:pt x="1047" y="510"/>
                  </a:lnTo>
                  <a:lnTo>
                    <a:pt x="1066" y="510"/>
                  </a:lnTo>
                  <a:lnTo>
                    <a:pt x="1066" y="519"/>
                  </a:lnTo>
                  <a:lnTo>
                    <a:pt x="1070" y="522"/>
                  </a:lnTo>
                  <a:lnTo>
                    <a:pt x="1070" y="526"/>
                  </a:lnTo>
                  <a:lnTo>
                    <a:pt x="1070" y="529"/>
                  </a:lnTo>
                  <a:lnTo>
                    <a:pt x="1070" y="531"/>
                  </a:lnTo>
                  <a:lnTo>
                    <a:pt x="1070" y="533"/>
                  </a:lnTo>
                  <a:lnTo>
                    <a:pt x="1070" y="534"/>
                  </a:lnTo>
                  <a:lnTo>
                    <a:pt x="1071" y="536"/>
                  </a:lnTo>
                  <a:lnTo>
                    <a:pt x="1077" y="536"/>
                  </a:lnTo>
                  <a:lnTo>
                    <a:pt x="1082" y="538"/>
                  </a:lnTo>
                  <a:lnTo>
                    <a:pt x="1094" y="536"/>
                  </a:lnTo>
                  <a:lnTo>
                    <a:pt x="1106" y="541"/>
                  </a:lnTo>
                  <a:lnTo>
                    <a:pt x="1119" y="550"/>
                  </a:lnTo>
                  <a:lnTo>
                    <a:pt x="1131" y="562"/>
                  </a:lnTo>
                  <a:lnTo>
                    <a:pt x="1141" y="573"/>
                  </a:lnTo>
                  <a:lnTo>
                    <a:pt x="1152" y="580"/>
                  </a:lnTo>
                  <a:lnTo>
                    <a:pt x="1157" y="582"/>
                  </a:lnTo>
                  <a:lnTo>
                    <a:pt x="1160" y="583"/>
                  </a:lnTo>
                  <a:lnTo>
                    <a:pt x="1164" y="582"/>
                  </a:lnTo>
                  <a:lnTo>
                    <a:pt x="1167" y="582"/>
                  </a:lnTo>
                  <a:lnTo>
                    <a:pt x="1169" y="580"/>
                  </a:lnTo>
                  <a:lnTo>
                    <a:pt x="1173" y="578"/>
                  </a:lnTo>
                  <a:lnTo>
                    <a:pt x="1174" y="576"/>
                  </a:lnTo>
                  <a:lnTo>
                    <a:pt x="1178" y="576"/>
                  </a:lnTo>
                  <a:lnTo>
                    <a:pt x="1206" y="583"/>
                  </a:lnTo>
                  <a:lnTo>
                    <a:pt x="1209" y="602"/>
                  </a:lnTo>
                  <a:lnTo>
                    <a:pt x="1213" y="616"/>
                  </a:lnTo>
                  <a:lnTo>
                    <a:pt x="1215" y="627"/>
                  </a:lnTo>
                  <a:lnTo>
                    <a:pt x="1216" y="637"/>
                  </a:lnTo>
                  <a:lnTo>
                    <a:pt x="1220" y="648"/>
                  </a:lnTo>
                  <a:lnTo>
                    <a:pt x="1229" y="660"/>
                  </a:lnTo>
                  <a:lnTo>
                    <a:pt x="1239" y="676"/>
                  </a:lnTo>
                  <a:lnTo>
                    <a:pt x="1242" y="674"/>
                  </a:lnTo>
                  <a:lnTo>
                    <a:pt x="1244" y="674"/>
                  </a:lnTo>
                  <a:lnTo>
                    <a:pt x="1244" y="674"/>
                  </a:lnTo>
                  <a:lnTo>
                    <a:pt x="1246" y="672"/>
                  </a:lnTo>
                  <a:lnTo>
                    <a:pt x="1248" y="672"/>
                  </a:lnTo>
                  <a:lnTo>
                    <a:pt x="1251" y="671"/>
                  </a:lnTo>
                  <a:lnTo>
                    <a:pt x="1253" y="671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7"/>
                  </a:lnTo>
                  <a:lnTo>
                    <a:pt x="1255" y="664"/>
                  </a:lnTo>
                  <a:lnTo>
                    <a:pt x="1255" y="653"/>
                  </a:lnTo>
                  <a:lnTo>
                    <a:pt x="1253" y="639"/>
                  </a:lnTo>
                  <a:lnTo>
                    <a:pt x="1249" y="622"/>
                  </a:lnTo>
                  <a:lnTo>
                    <a:pt x="1244" y="606"/>
                  </a:lnTo>
                  <a:lnTo>
                    <a:pt x="1258" y="599"/>
                  </a:lnTo>
                  <a:lnTo>
                    <a:pt x="1272" y="589"/>
                  </a:lnTo>
                  <a:lnTo>
                    <a:pt x="1281" y="575"/>
                  </a:lnTo>
                  <a:lnTo>
                    <a:pt x="1286" y="557"/>
                  </a:lnTo>
                  <a:lnTo>
                    <a:pt x="1288" y="547"/>
                  </a:lnTo>
                  <a:lnTo>
                    <a:pt x="1286" y="531"/>
                  </a:lnTo>
                  <a:lnTo>
                    <a:pt x="1286" y="515"/>
                  </a:lnTo>
                  <a:lnTo>
                    <a:pt x="1279" y="512"/>
                  </a:lnTo>
                  <a:lnTo>
                    <a:pt x="1276" y="510"/>
                  </a:lnTo>
                  <a:lnTo>
                    <a:pt x="1272" y="508"/>
                  </a:lnTo>
                  <a:lnTo>
                    <a:pt x="1269" y="505"/>
                  </a:lnTo>
                  <a:lnTo>
                    <a:pt x="1267" y="499"/>
                  </a:lnTo>
                  <a:lnTo>
                    <a:pt x="1274" y="487"/>
                  </a:lnTo>
                  <a:lnTo>
                    <a:pt x="1277" y="473"/>
                  </a:lnTo>
                  <a:lnTo>
                    <a:pt x="1274" y="458"/>
                  </a:lnTo>
                  <a:lnTo>
                    <a:pt x="1270" y="442"/>
                  </a:lnTo>
                  <a:lnTo>
                    <a:pt x="1265" y="424"/>
                  </a:lnTo>
                  <a:lnTo>
                    <a:pt x="1263" y="407"/>
                  </a:lnTo>
                  <a:lnTo>
                    <a:pt x="1267" y="407"/>
                  </a:lnTo>
                  <a:lnTo>
                    <a:pt x="1267" y="403"/>
                  </a:lnTo>
                  <a:lnTo>
                    <a:pt x="1291" y="407"/>
                  </a:lnTo>
                  <a:lnTo>
                    <a:pt x="1312" y="407"/>
                  </a:lnTo>
                  <a:lnTo>
                    <a:pt x="1335" y="403"/>
                  </a:lnTo>
                  <a:lnTo>
                    <a:pt x="1340" y="412"/>
                  </a:lnTo>
                  <a:lnTo>
                    <a:pt x="1345" y="424"/>
                  </a:lnTo>
                  <a:lnTo>
                    <a:pt x="1351" y="433"/>
                  </a:lnTo>
                  <a:lnTo>
                    <a:pt x="1356" y="437"/>
                  </a:lnTo>
                  <a:lnTo>
                    <a:pt x="1359" y="438"/>
                  </a:lnTo>
                  <a:lnTo>
                    <a:pt x="1365" y="438"/>
                  </a:lnTo>
                  <a:lnTo>
                    <a:pt x="1370" y="440"/>
                  </a:lnTo>
                  <a:lnTo>
                    <a:pt x="1375" y="442"/>
                  </a:lnTo>
                  <a:lnTo>
                    <a:pt x="1379" y="445"/>
                  </a:lnTo>
                  <a:lnTo>
                    <a:pt x="1380" y="454"/>
                  </a:lnTo>
                  <a:lnTo>
                    <a:pt x="1384" y="470"/>
                  </a:lnTo>
                  <a:lnTo>
                    <a:pt x="1386" y="484"/>
                  </a:lnTo>
                  <a:lnTo>
                    <a:pt x="1389" y="494"/>
                  </a:lnTo>
                  <a:lnTo>
                    <a:pt x="1391" y="496"/>
                  </a:lnTo>
                  <a:lnTo>
                    <a:pt x="1394" y="499"/>
                  </a:lnTo>
                  <a:lnTo>
                    <a:pt x="1398" y="501"/>
                  </a:lnTo>
                  <a:lnTo>
                    <a:pt x="1401" y="505"/>
                  </a:lnTo>
                  <a:lnTo>
                    <a:pt x="1407" y="506"/>
                  </a:lnTo>
                  <a:lnTo>
                    <a:pt x="1408" y="510"/>
                  </a:lnTo>
                  <a:lnTo>
                    <a:pt x="1422" y="499"/>
                  </a:lnTo>
                  <a:lnTo>
                    <a:pt x="1433" y="486"/>
                  </a:lnTo>
                  <a:lnTo>
                    <a:pt x="1441" y="472"/>
                  </a:lnTo>
                  <a:lnTo>
                    <a:pt x="1455" y="461"/>
                  </a:lnTo>
                  <a:lnTo>
                    <a:pt x="1457" y="473"/>
                  </a:lnTo>
                  <a:lnTo>
                    <a:pt x="1462" y="480"/>
                  </a:lnTo>
                  <a:lnTo>
                    <a:pt x="1469" y="487"/>
                  </a:lnTo>
                  <a:lnTo>
                    <a:pt x="1476" y="494"/>
                  </a:lnTo>
                  <a:lnTo>
                    <a:pt x="1482" y="503"/>
                  </a:lnTo>
                  <a:lnTo>
                    <a:pt x="1482" y="506"/>
                  </a:lnTo>
                  <a:lnTo>
                    <a:pt x="1482" y="510"/>
                  </a:lnTo>
                  <a:lnTo>
                    <a:pt x="1480" y="512"/>
                  </a:lnTo>
                  <a:lnTo>
                    <a:pt x="1480" y="515"/>
                  </a:lnTo>
                  <a:lnTo>
                    <a:pt x="1478" y="519"/>
                  </a:lnTo>
                  <a:lnTo>
                    <a:pt x="1480" y="522"/>
                  </a:lnTo>
                  <a:lnTo>
                    <a:pt x="1482" y="526"/>
                  </a:lnTo>
                  <a:lnTo>
                    <a:pt x="1483" y="527"/>
                  </a:lnTo>
                  <a:lnTo>
                    <a:pt x="1487" y="527"/>
                  </a:lnTo>
                  <a:lnTo>
                    <a:pt x="1490" y="527"/>
                  </a:lnTo>
                  <a:lnTo>
                    <a:pt x="1492" y="527"/>
                  </a:lnTo>
                  <a:lnTo>
                    <a:pt x="1496" y="527"/>
                  </a:lnTo>
                  <a:lnTo>
                    <a:pt x="1497" y="529"/>
                  </a:lnTo>
                  <a:lnTo>
                    <a:pt x="1503" y="543"/>
                  </a:lnTo>
                  <a:lnTo>
                    <a:pt x="1503" y="554"/>
                  </a:lnTo>
                  <a:lnTo>
                    <a:pt x="1501" y="564"/>
                  </a:lnTo>
                  <a:lnTo>
                    <a:pt x="1504" y="573"/>
                  </a:lnTo>
                  <a:lnTo>
                    <a:pt x="1517" y="583"/>
                  </a:lnTo>
                  <a:lnTo>
                    <a:pt x="1506" y="604"/>
                  </a:lnTo>
                  <a:lnTo>
                    <a:pt x="1494" y="622"/>
                  </a:lnTo>
                  <a:lnTo>
                    <a:pt x="1497" y="622"/>
                  </a:lnTo>
                  <a:lnTo>
                    <a:pt x="1508" y="611"/>
                  </a:lnTo>
                  <a:lnTo>
                    <a:pt x="1518" y="602"/>
                  </a:lnTo>
                  <a:lnTo>
                    <a:pt x="1527" y="592"/>
                  </a:lnTo>
                  <a:lnTo>
                    <a:pt x="1539" y="595"/>
                  </a:lnTo>
                  <a:lnTo>
                    <a:pt x="1546" y="602"/>
                  </a:lnTo>
                  <a:lnTo>
                    <a:pt x="1553" y="611"/>
                  </a:lnTo>
                  <a:lnTo>
                    <a:pt x="1555" y="625"/>
                  </a:lnTo>
                  <a:lnTo>
                    <a:pt x="1571" y="625"/>
                  </a:lnTo>
                  <a:lnTo>
                    <a:pt x="1571" y="630"/>
                  </a:lnTo>
                  <a:lnTo>
                    <a:pt x="1572" y="634"/>
                  </a:lnTo>
                  <a:lnTo>
                    <a:pt x="1572" y="639"/>
                  </a:lnTo>
                  <a:lnTo>
                    <a:pt x="1574" y="644"/>
                  </a:lnTo>
                  <a:lnTo>
                    <a:pt x="1572" y="650"/>
                  </a:lnTo>
                  <a:lnTo>
                    <a:pt x="1572" y="653"/>
                  </a:lnTo>
                  <a:lnTo>
                    <a:pt x="1572" y="657"/>
                  </a:lnTo>
                  <a:lnTo>
                    <a:pt x="1574" y="658"/>
                  </a:lnTo>
                  <a:lnTo>
                    <a:pt x="1574" y="662"/>
                  </a:lnTo>
                  <a:lnTo>
                    <a:pt x="1574" y="664"/>
                  </a:lnTo>
                  <a:lnTo>
                    <a:pt x="1574" y="667"/>
                  </a:lnTo>
                  <a:lnTo>
                    <a:pt x="1555" y="681"/>
                  </a:lnTo>
                  <a:lnTo>
                    <a:pt x="1534" y="690"/>
                  </a:lnTo>
                  <a:lnTo>
                    <a:pt x="1510" y="695"/>
                  </a:lnTo>
                  <a:lnTo>
                    <a:pt x="1485" y="698"/>
                  </a:lnTo>
                  <a:lnTo>
                    <a:pt x="1461" y="702"/>
                  </a:lnTo>
                  <a:lnTo>
                    <a:pt x="1436" y="705"/>
                  </a:lnTo>
                  <a:lnTo>
                    <a:pt x="1415" y="712"/>
                  </a:lnTo>
                  <a:lnTo>
                    <a:pt x="1396" y="721"/>
                  </a:lnTo>
                  <a:lnTo>
                    <a:pt x="1382" y="737"/>
                  </a:lnTo>
                  <a:lnTo>
                    <a:pt x="1386" y="737"/>
                  </a:lnTo>
                  <a:lnTo>
                    <a:pt x="1403" y="725"/>
                  </a:lnTo>
                  <a:lnTo>
                    <a:pt x="1424" y="716"/>
                  </a:lnTo>
                  <a:lnTo>
                    <a:pt x="1447" y="711"/>
                  </a:lnTo>
                  <a:lnTo>
                    <a:pt x="1448" y="714"/>
                  </a:lnTo>
                  <a:lnTo>
                    <a:pt x="1450" y="718"/>
                  </a:lnTo>
                  <a:lnTo>
                    <a:pt x="1452" y="719"/>
                  </a:lnTo>
                  <a:lnTo>
                    <a:pt x="1455" y="721"/>
                  </a:lnTo>
                  <a:lnTo>
                    <a:pt x="1459" y="723"/>
                  </a:lnTo>
                  <a:lnTo>
                    <a:pt x="1462" y="726"/>
                  </a:lnTo>
                  <a:lnTo>
                    <a:pt x="1457" y="735"/>
                  </a:lnTo>
                  <a:lnTo>
                    <a:pt x="1454" y="742"/>
                  </a:lnTo>
                  <a:lnTo>
                    <a:pt x="1452" y="749"/>
                  </a:lnTo>
                  <a:lnTo>
                    <a:pt x="1450" y="760"/>
                  </a:lnTo>
                  <a:lnTo>
                    <a:pt x="1464" y="767"/>
                  </a:lnTo>
                  <a:lnTo>
                    <a:pt x="1473" y="777"/>
                  </a:lnTo>
                  <a:lnTo>
                    <a:pt x="1480" y="787"/>
                  </a:lnTo>
                  <a:lnTo>
                    <a:pt x="1489" y="798"/>
                  </a:lnTo>
                  <a:lnTo>
                    <a:pt x="1489" y="801"/>
                  </a:lnTo>
                  <a:lnTo>
                    <a:pt x="1489" y="803"/>
                  </a:lnTo>
                  <a:lnTo>
                    <a:pt x="1487" y="803"/>
                  </a:lnTo>
                  <a:lnTo>
                    <a:pt x="1487" y="805"/>
                  </a:lnTo>
                  <a:lnTo>
                    <a:pt x="1485" y="807"/>
                  </a:lnTo>
                  <a:lnTo>
                    <a:pt x="1475" y="819"/>
                  </a:lnTo>
                  <a:lnTo>
                    <a:pt x="1461" y="829"/>
                  </a:lnTo>
                  <a:lnTo>
                    <a:pt x="1443" y="836"/>
                  </a:lnTo>
                  <a:lnTo>
                    <a:pt x="1443" y="821"/>
                  </a:lnTo>
                  <a:lnTo>
                    <a:pt x="1452" y="815"/>
                  </a:lnTo>
                  <a:lnTo>
                    <a:pt x="1459" y="810"/>
                  </a:lnTo>
                  <a:lnTo>
                    <a:pt x="1466" y="801"/>
                  </a:lnTo>
                  <a:lnTo>
                    <a:pt x="1459" y="798"/>
                  </a:lnTo>
                  <a:lnTo>
                    <a:pt x="1459" y="794"/>
                  </a:lnTo>
                  <a:lnTo>
                    <a:pt x="1457" y="794"/>
                  </a:lnTo>
                  <a:lnTo>
                    <a:pt x="1455" y="794"/>
                  </a:lnTo>
                  <a:lnTo>
                    <a:pt x="1455" y="794"/>
                  </a:lnTo>
                  <a:lnTo>
                    <a:pt x="1455" y="796"/>
                  </a:lnTo>
                  <a:lnTo>
                    <a:pt x="1455" y="798"/>
                  </a:lnTo>
                  <a:lnTo>
                    <a:pt x="1455" y="798"/>
                  </a:lnTo>
                  <a:lnTo>
                    <a:pt x="1443" y="807"/>
                  </a:lnTo>
                  <a:lnTo>
                    <a:pt x="1427" y="814"/>
                  </a:lnTo>
                  <a:lnTo>
                    <a:pt x="1414" y="819"/>
                  </a:lnTo>
                  <a:lnTo>
                    <a:pt x="1400" y="826"/>
                  </a:lnTo>
                  <a:lnTo>
                    <a:pt x="1387" y="835"/>
                  </a:lnTo>
                  <a:lnTo>
                    <a:pt x="1379" y="847"/>
                  </a:lnTo>
                  <a:lnTo>
                    <a:pt x="1373" y="864"/>
                  </a:lnTo>
                  <a:lnTo>
                    <a:pt x="1379" y="866"/>
                  </a:lnTo>
                  <a:lnTo>
                    <a:pt x="1386" y="868"/>
                  </a:lnTo>
                  <a:lnTo>
                    <a:pt x="1389" y="871"/>
                  </a:lnTo>
                  <a:lnTo>
                    <a:pt x="1382" y="871"/>
                  </a:lnTo>
                  <a:lnTo>
                    <a:pt x="1372" y="880"/>
                  </a:lnTo>
                  <a:lnTo>
                    <a:pt x="1358" y="883"/>
                  </a:lnTo>
                  <a:lnTo>
                    <a:pt x="1345" y="885"/>
                  </a:lnTo>
                  <a:lnTo>
                    <a:pt x="1331" y="887"/>
                  </a:lnTo>
                  <a:lnTo>
                    <a:pt x="1321" y="915"/>
                  </a:lnTo>
                  <a:lnTo>
                    <a:pt x="1309" y="945"/>
                  </a:lnTo>
                  <a:lnTo>
                    <a:pt x="1305" y="941"/>
                  </a:lnTo>
                  <a:lnTo>
                    <a:pt x="1304" y="939"/>
                  </a:lnTo>
                  <a:lnTo>
                    <a:pt x="1300" y="938"/>
                  </a:lnTo>
                  <a:lnTo>
                    <a:pt x="1298" y="936"/>
                  </a:lnTo>
                  <a:lnTo>
                    <a:pt x="1293" y="932"/>
                  </a:lnTo>
                  <a:lnTo>
                    <a:pt x="1293" y="941"/>
                  </a:lnTo>
                  <a:lnTo>
                    <a:pt x="1295" y="945"/>
                  </a:lnTo>
                  <a:lnTo>
                    <a:pt x="1298" y="955"/>
                  </a:lnTo>
                  <a:lnTo>
                    <a:pt x="1302" y="967"/>
                  </a:lnTo>
                  <a:lnTo>
                    <a:pt x="1305" y="978"/>
                  </a:lnTo>
                  <a:lnTo>
                    <a:pt x="1305" y="983"/>
                  </a:lnTo>
                  <a:lnTo>
                    <a:pt x="1291" y="992"/>
                  </a:lnTo>
                  <a:lnTo>
                    <a:pt x="1276" y="1000"/>
                  </a:lnTo>
                  <a:lnTo>
                    <a:pt x="1260" y="1011"/>
                  </a:lnTo>
                  <a:lnTo>
                    <a:pt x="1244" y="1021"/>
                  </a:lnTo>
                  <a:lnTo>
                    <a:pt x="1234" y="1035"/>
                  </a:lnTo>
                  <a:lnTo>
                    <a:pt x="1229" y="1053"/>
                  </a:lnTo>
                  <a:lnTo>
                    <a:pt x="1223" y="1067"/>
                  </a:lnTo>
                  <a:lnTo>
                    <a:pt x="1225" y="1084"/>
                  </a:lnTo>
                  <a:lnTo>
                    <a:pt x="1230" y="1103"/>
                  </a:lnTo>
                  <a:lnTo>
                    <a:pt x="1237" y="1123"/>
                  </a:lnTo>
                  <a:lnTo>
                    <a:pt x="1244" y="1142"/>
                  </a:lnTo>
                  <a:lnTo>
                    <a:pt x="1248" y="1159"/>
                  </a:lnTo>
                  <a:lnTo>
                    <a:pt x="1244" y="1159"/>
                  </a:lnTo>
                  <a:lnTo>
                    <a:pt x="1244" y="1163"/>
                  </a:lnTo>
                  <a:lnTo>
                    <a:pt x="1232" y="1159"/>
                  </a:lnTo>
                  <a:lnTo>
                    <a:pt x="1227" y="1144"/>
                  </a:lnTo>
                  <a:lnTo>
                    <a:pt x="1218" y="1124"/>
                  </a:lnTo>
                  <a:lnTo>
                    <a:pt x="1208" y="1103"/>
                  </a:lnTo>
                  <a:lnTo>
                    <a:pt x="1197" y="1088"/>
                  </a:lnTo>
                  <a:lnTo>
                    <a:pt x="1187" y="1079"/>
                  </a:lnTo>
                  <a:lnTo>
                    <a:pt x="1174" y="1077"/>
                  </a:lnTo>
                  <a:lnTo>
                    <a:pt x="1159" y="1070"/>
                  </a:lnTo>
                  <a:lnTo>
                    <a:pt x="1141" y="1063"/>
                  </a:lnTo>
                  <a:lnTo>
                    <a:pt x="1120" y="1060"/>
                  </a:lnTo>
                  <a:lnTo>
                    <a:pt x="1120" y="1063"/>
                  </a:lnTo>
                  <a:lnTo>
                    <a:pt x="1117" y="1063"/>
                  </a:lnTo>
                  <a:lnTo>
                    <a:pt x="1119" y="1069"/>
                  </a:lnTo>
                  <a:lnTo>
                    <a:pt x="1122" y="1074"/>
                  </a:lnTo>
                  <a:lnTo>
                    <a:pt x="1124" y="1077"/>
                  </a:lnTo>
                  <a:lnTo>
                    <a:pt x="1126" y="1081"/>
                  </a:lnTo>
                  <a:lnTo>
                    <a:pt x="1129" y="1086"/>
                  </a:lnTo>
                  <a:lnTo>
                    <a:pt x="1113" y="1086"/>
                  </a:lnTo>
                  <a:lnTo>
                    <a:pt x="1101" y="1081"/>
                  </a:lnTo>
                  <a:lnTo>
                    <a:pt x="1085" y="1077"/>
                  </a:lnTo>
                  <a:lnTo>
                    <a:pt x="1070" y="1077"/>
                  </a:lnTo>
                  <a:lnTo>
                    <a:pt x="1054" y="1079"/>
                  </a:lnTo>
                  <a:lnTo>
                    <a:pt x="1043" y="1082"/>
                  </a:lnTo>
                  <a:lnTo>
                    <a:pt x="1031" y="1088"/>
                  </a:lnTo>
                  <a:lnTo>
                    <a:pt x="1021" y="1095"/>
                  </a:lnTo>
                  <a:lnTo>
                    <a:pt x="1014" y="1105"/>
                  </a:lnTo>
                  <a:lnTo>
                    <a:pt x="1010" y="1114"/>
                  </a:lnTo>
                  <a:lnTo>
                    <a:pt x="1012" y="1121"/>
                  </a:lnTo>
                  <a:lnTo>
                    <a:pt x="1012" y="1130"/>
                  </a:lnTo>
                  <a:lnTo>
                    <a:pt x="1009" y="1140"/>
                  </a:lnTo>
                  <a:lnTo>
                    <a:pt x="1002" y="1163"/>
                  </a:lnTo>
                  <a:lnTo>
                    <a:pt x="1002" y="1180"/>
                  </a:lnTo>
                  <a:lnTo>
                    <a:pt x="1003" y="1198"/>
                  </a:lnTo>
                  <a:lnTo>
                    <a:pt x="1010" y="1215"/>
                  </a:lnTo>
                  <a:lnTo>
                    <a:pt x="1021" y="1236"/>
                  </a:lnTo>
                  <a:lnTo>
                    <a:pt x="1033" y="1238"/>
                  </a:lnTo>
                  <a:lnTo>
                    <a:pt x="1040" y="1240"/>
                  </a:lnTo>
                  <a:lnTo>
                    <a:pt x="1043" y="1243"/>
                  </a:lnTo>
                  <a:lnTo>
                    <a:pt x="1047" y="1245"/>
                  </a:lnTo>
                  <a:lnTo>
                    <a:pt x="1052" y="1247"/>
                  </a:lnTo>
                  <a:lnTo>
                    <a:pt x="1061" y="1243"/>
                  </a:lnTo>
                  <a:lnTo>
                    <a:pt x="1075" y="1236"/>
                  </a:lnTo>
                  <a:lnTo>
                    <a:pt x="1078" y="1234"/>
                  </a:lnTo>
                  <a:lnTo>
                    <a:pt x="1080" y="1234"/>
                  </a:lnTo>
                  <a:lnTo>
                    <a:pt x="1084" y="1234"/>
                  </a:lnTo>
                  <a:lnTo>
                    <a:pt x="1084" y="1234"/>
                  </a:lnTo>
                  <a:lnTo>
                    <a:pt x="1085" y="1234"/>
                  </a:lnTo>
                  <a:lnTo>
                    <a:pt x="1087" y="1234"/>
                  </a:lnTo>
                  <a:lnTo>
                    <a:pt x="1087" y="1233"/>
                  </a:lnTo>
                  <a:lnTo>
                    <a:pt x="1091" y="1229"/>
                  </a:lnTo>
                  <a:lnTo>
                    <a:pt x="1092" y="1224"/>
                  </a:lnTo>
                  <a:lnTo>
                    <a:pt x="1094" y="1219"/>
                  </a:lnTo>
                  <a:lnTo>
                    <a:pt x="1096" y="1213"/>
                  </a:lnTo>
                  <a:lnTo>
                    <a:pt x="1098" y="1210"/>
                  </a:lnTo>
                  <a:lnTo>
                    <a:pt x="1106" y="1201"/>
                  </a:lnTo>
                  <a:lnTo>
                    <a:pt x="1117" y="1196"/>
                  </a:lnTo>
                  <a:lnTo>
                    <a:pt x="1133" y="1194"/>
                  </a:lnTo>
                  <a:lnTo>
                    <a:pt x="1134" y="1198"/>
                  </a:lnTo>
                  <a:lnTo>
                    <a:pt x="1136" y="1199"/>
                  </a:lnTo>
                  <a:lnTo>
                    <a:pt x="1136" y="1201"/>
                  </a:lnTo>
                  <a:lnTo>
                    <a:pt x="1138" y="1201"/>
                  </a:lnTo>
                  <a:lnTo>
                    <a:pt x="1138" y="1199"/>
                  </a:lnTo>
                  <a:lnTo>
                    <a:pt x="1139" y="1199"/>
                  </a:lnTo>
                  <a:lnTo>
                    <a:pt x="1143" y="1199"/>
                  </a:lnTo>
                  <a:lnTo>
                    <a:pt x="1148" y="1198"/>
                  </a:lnTo>
                  <a:lnTo>
                    <a:pt x="1148" y="1213"/>
                  </a:lnTo>
                  <a:lnTo>
                    <a:pt x="1141" y="1220"/>
                  </a:lnTo>
                  <a:lnTo>
                    <a:pt x="1136" y="1233"/>
                  </a:lnTo>
                  <a:lnTo>
                    <a:pt x="1131" y="1250"/>
                  </a:lnTo>
                  <a:lnTo>
                    <a:pt x="1126" y="1266"/>
                  </a:lnTo>
                  <a:lnTo>
                    <a:pt x="1120" y="1278"/>
                  </a:lnTo>
                  <a:lnTo>
                    <a:pt x="1138" y="1278"/>
                  </a:lnTo>
                  <a:lnTo>
                    <a:pt x="1153" y="1276"/>
                  </a:lnTo>
                  <a:lnTo>
                    <a:pt x="1167" y="1276"/>
                  </a:lnTo>
                  <a:lnTo>
                    <a:pt x="1180" y="1278"/>
                  </a:lnTo>
                  <a:lnTo>
                    <a:pt x="1188" y="1283"/>
                  </a:lnTo>
                  <a:lnTo>
                    <a:pt x="1195" y="1294"/>
                  </a:lnTo>
                  <a:lnTo>
                    <a:pt x="1197" y="1309"/>
                  </a:lnTo>
                  <a:lnTo>
                    <a:pt x="1194" y="1320"/>
                  </a:lnTo>
                  <a:lnTo>
                    <a:pt x="1190" y="1334"/>
                  </a:lnTo>
                  <a:lnTo>
                    <a:pt x="1190" y="1348"/>
                  </a:lnTo>
                  <a:lnTo>
                    <a:pt x="1199" y="1357"/>
                  </a:lnTo>
                  <a:lnTo>
                    <a:pt x="1204" y="1363"/>
                  </a:lnTo>
                  <a:lnTo>
                    <a:pt x="1211" y="1370"/>
                  </a:lnTo>
                  <a:lnTo>
                    <a:pt x="1222" y="1376"/>
                  </a:lnTo>
                  <a:lnTo>
                    <a:pt x="1235" y="1379"/>
                  </a:lnTo>
                  <a:lnTo>
                    <a:pt x="1242" y="1370"/>
                  </a:lnTo>
                  <a:lnTo>
                    <a:pt x="1251" y="1367"/>
                  </a:lnTo>
                  <a:lnTo>
                    <a:pt x="1267" y="1367"/>
                  </a:lnTo>
                  <a:lnTo>
                    <a:pt x="1269" y="1370"/>
                  </a:lnTo>
                  <a:lnTo>
                    <a:pt x="1272" y="1374"/>
                  </a:lnTo>
                  <a:lnTo>
                    <a:pt x="1274" y="1376"/>
                  </a:lnTo>
                  <a:lnTo>
                    <a:pt x="1276" y="1376"/>
                  </a:lnTo>
                  <a:lnTo>
                    <a:pt x="1281" y="1377"/>
                  </a:lnTo>
                  <a:lnTo>
                    <a:pt x="1286" y="1379"/>
                  </a:lnTo>
                  <a:lnTo>
                    <a:pt x="1293" y="1365"/>
                  </a:lnTo>
                  <a:lnTo>
                    <a:pt x="1302" y="1355"/>
                  </a:lnTo>
                  <a:lnTo>
                    <a:pt x="1312" y="1346"/>
                  </a:lnTo>
                  <a:lnTo>
                    <a:pt x="1325" y="1339"/>
                  </a:lnTo>
                  <a:lnTo>
                    <a:pt x="1344" y="1336"/>
                  </a:lnTo>
                  <a:lnTo>
                    <a:pt x="1347" y="1334"/>
                  </a:lnTo>
                  <a:lnTo>
                    <a:pt x="1349" y="1334"/>
                  </a:lnTo>
                  <a:lnTo>
                    <a:pt x="1352" y="1334"/>
                  </a:lnTo>
                  <a:lnTo>
                    <a:pt x="1354" y="1334"/>
                  </a:lnTo>
                  <a:lnTo>
                    <a:pt x="1358" y="1336"/>
                  </a:lnTo>
                  <a:lnTo>
                    <a:pt x="1363" y="1336"/>
                  </a:lnTo>
                  <a:lnTo>
                    <a:pt x="1361" y="1339"/>
                  </a:lnTo>
                  <a:lnTo>
                    <a:pt x="1361" y="1343"/>
                  </a:lnTo>
                  <a:lnTo>
                    <a:pt x="1359" y="1343"/>
                  </a:lnTo>
                  <a:lnTo>
                    <a:pt x="1359" y="1344"/>
                  </a:lnTo>
                  <a:lnTo>
                    <a:pt x="1361" y="1344"/>
                  </a:lnTo>
                  <a:lnTo>
                    <a:pt x="1363" y="1346"/>
                  </a:lnTo>
                  <a:lnTo>
                    <a:pt x="1366" y="1348"/>
                  </a:lnTo>
                  <a:lnTo>
                    <a:pt x="1366" y="1344"/>
                  </a:lnTo>
                  <a:lnTo>
                    <a:pt x="1370" y="1341"/>
                  </a:lnTo>
                  <a:lnTo>
                    <a:pt x="1372" y="1339"/>
                  </a:lnTo>
                  <a:lnTo>
                    <a:pt x="1373" y="1337"/>
                  </a:lnTo>
                  <a:lnTo>
                    <a:pt x="1375" y="1336"/>
                  </a:lnTo>
                  <a:lnTo>
                    <a:pt x="1379" y="1334"/>
                  </a:lnTo>
                  <a:lnTo>
                    <a:pt x="1382" y="1332"/>
                  </a:lnTo>
                  <a:lnTo>
                    <a:pt x="1398" y="1346"/>
                  </a:lnTo>
                  <a:lnTo>
                    <a:pt x="1419" y="1353"/>
                  </a:lnTo>
                  <a:lnTo>
                    <a:pt x="1440" y="1355"/>
                  </a:lnTo>
                  <a:lnTo>
                    <a:pt x="1464" y="1353"/>
                  </a:lnTo>
                  <a:lnTo>
                    <a:pt x="1489" y="1351"/>
                  </a:lnTo>
                  <a:lnTo>
                    <a:pt x="1489" y="1355"/>
                  </a:lnTo>
                  <a:lnTo>
                    <a:pt x="1489" y="1357"/>
                  </a:lnTo>
                  <a:lnTo>
                    <a:pt x="1487" y="1358"/>
                  </a:lnTo>
                  <a:lnTo>
                    <a:pt x="1487" y="1358"/>
                  </a:lnTo>
                  <a:lnTo>
                    <a:pt x="1487" y="1360"/>
                  </a:lnTo>
                  <a:lnTo>
                    <a:pt x="1485" y="1363"/>
                  </a:lnTo>
                  <a:lnTo>
                    <a:pt x="1497" y="1367"/>
                  </a:lnTo>
                  <a:lnTo>
                    <a:pt x="1504" y="1372"/>
                  </a:lnTo>
                  <a:lnTo>
                    <a:pt x="1511" y="1377"/>
                  </a:lnTo>
                  <a:lnTo>
                    <a:pt x="1523" y="1383"/>
                  </a:lnTo>
                  <a:lnTo>
                    <a:pt x="1523" y="1393"/>
                  </a:lnTo>
                  <a:lnTo>
                    <a:pt x="1536" y="1397"/>
                  </a:lnTo>
                  <a:lnTo>
                    <a:pt x="1544" y="1398"/>
                  </a:lnTo>
                  <a:lnTo>
                    <a:pt x="1551" y="1405"/>
                  </a:lnTo>
                  <a:lnTo>
                    <a:pt x="1555" y="1416"/>
                  </a:lnTo>
                  <a:lnTo>
                    <a:pt x="1576" y="1418"/>
                  </a:lnTo>
                  <a:lnTo>
                    <a:pt x="1593" y="1419"/>
                  </a:lnTo>
                  <a:lnTo>
                    <a:pt x="1616" y="1421"/>
                  </a:lnTo>
                  <a:lnTo>
                    <a:pt x="1632" y="1442"/>
                  </a:lnTo>
                  <a:lnTo>
                    <a:pt x="1651" y="1461"/>
                  </a:lnTo>
                  <a:lnTo>
                    <a:pt x="1672" y="1477"/>
                  </a:lnTo>
                  <a:lnTo>
                    <a:pt x="1696" y="1489"/>
                  </a:lnTo>
                  <a:lnTo>
                    <a:pt x="1695" y="1496"/>
                  </a:lnTo>
                  <a:lnTo>
                    <a:pt x="1691" y="1500"/>
                  </a:lnTo>
                  <a:lnTo>
                    <a:pt x="1688" y="1505"/>
                  </a:lnTo>
                  <a:lnTo>
                    <a:pt x="1684" y="1508"/>
                  </a:lnTo>
                  <a:lnTo>
                    <a:pt x="1681" y="1514"/>
                  </a:lnTo>
                  <a:lnTo>
                    <a:pt x="1703" y="1514"/>
                  </a:lnTo>
                  <a:lnTo>
                    <a:pt x="1724" y="1521"/>
                  </a:lnTo>
                  <a:lnTo>
                    <a:pt x="1728" y="1533"/>
                  </a:lnTo>
                  <a:lnTo>
                    <a:pt x="1733" y="1531"/>
                  </a:lnTo>
                  <a:lnTo>
                    <a:pt x="1736" y="1529"/>
                  </a:lnTo>
                  <a:lnTo>
                    <a:pt x="1742" y="1531"/>
                  </a:lnTo>
                  <a:lnTo>
                    <a:pt x="1743" y="1531"/>
                  </a:lnTo>
                  <a:lnTo>
                    <a:pt x="1747" y="1533"/>
                  </a:lnTo>
                  <a:lnTo>
                    <a:pt x="1750" y="1535"/>
                  </a:lnTo>
                  <a:lnTo>
                    <a:pt x="1754" y="1536"/>
                  </a:lnTo>
                  <a:lnTo>
                    <a:pt x="1808" y="1540"/>
                  </a:lnTo>
                  <a:lnTo>
                    <a:pt x="1813" y="1545"/>
                  </a:lnTo>
                  <a:lnTo>
                    <a:pt x="1817" y="1555"/>
                  </a:lnTo>
                  <a:lnTo>
                    <a:pt x="1818" y="1564"/>
                  </a:lnTo>
                  <a:lnTo>
                    <a:pt x="1824" y="1571"/>
                  </a:lnTo>
                  <a:lnTo>
                    <a:pt x="1832" y="1573"/>
                  </a:lnTo>
                  <a:lnTo>
                    <a:pt x="1841" y="1573"/>
                  </a:lnTo>
                  <a:lnTo>
                    <a:pt x="1848" y="1571"/>
                  </a:lnTo>
                  <a:lnTo>
                    <a:pt x="1853" y="1578"/>
                  </a:lnTo>
                  <a:lnTo>
                    <a:pt x="1859" y="1583"/>
                  </a:lnTo>
                  <a:lnTo>
                    <a:pt x="1862" y="1589"/>
                  </a:lnTo>
                  <a:lnTo>
                    <a:pt x="1864" y="1596"/>
                  </a:lnTo>
                  <a:lnTo>
                    <a:pt x="1866" y="1604"/>
                  </a:lnTo>
                  <a:lnTo>
                    <a:pt x="1853" y="1620"/>
                  </a:lnTo>
                  <a:lnTo>
                    <a:pt x="1839" y="1639"/>
                  </a:lnTo>
                  <a:lnTo>
                    <a:pt x="1825" y="1660"/>
                  </a:lnTo>
                  <a:lnTo>
                    <a:pt x="1813" y="1681"/>
                  </a:lnTo>
                  <a:lnTo>
                    <a:pt x="1805" y="1697"/>
                  </a:lnTo>
                  <a:lnTo>
                    <a:pt x="1805" y="1707"/>
                  </a:lnTo>
                  <a:lnTo>
                    <a:pt x="1806" y="1721"/>
                  </a:lnTo>
                  <a:lnTo>
                    <a:pt x="1810" y="1737"/>
                  </a:lnTo>
                  <a:lnTo>
                    <a:pt x="1808" y="1751"/>
                  </a:lnTo>
                  <a:lnTo>
                    <a:pt x="1805" y="1760"/>
                  </a:lnTo>
                  <a:lnTo>
                    <a:pt x="1798" y="1774"/>
                  </a:lnTo>
                  <a:lnTo>
                    <a:pt x="1789" y="1789"/>
                  </a:lnTo>
                  <a:lnTo>
                    <a:pt x="1780" y="1805"/>
                  </a:lnTo>
                  <a:lnTo>
                    <a:pt x="1771" y="1817"/>
                  </a:lnTo>
                  <a:lnTo>
                    <a:pt x="1766" y="1824"/>
                  </a:lnTo>
                  <a:lnTo>
                    <a:pt x="1756" y="1828"/>
                  </a:lnTo>
                  <a:lnTo>
                    <a:pt x="1740" y="1830"/>
                  </a:lnTo>
                  <a:lnTo>
                    <a:pt x="1724" y="1831"/>
                  </a:lnTo>
                  <a:lnTo>
                    <a:pt x="1709" y="1835"/>
                  </a:lnTo>
                  <a:lnTo>
                    <a:pt x="1695" y="1840"/>
                  </a:lnTo>
                  <a:lnTo>
                    <a:pt x="1686" y="1850"/>
                  </a:lnTo>
                  <a:lnTo>
                    <a:pt x="1682" y="1856"/>
                  </a:lnTo>
                  <a:lnTo>
                    <a:pt x="1682" y="1859"/>
                  </a:lnTo>
                  <a:lnTo>
                    <a:pt x="1682" y="1863"/>
                  </a:lnTo>
                  <a:lnTo>
                    <a:pt x="1684" y="1868"/>
                  </a:lnTo>
                  <a:lnTo>
                    <a:pt x="1686" y="1873"/>
                  </a:lnTo>
                  <a:lnTo>
                    <a:pt x="1674" y="1873"/>
                  </a:lnTo>
                  <a:lnTo>
                    <a:pt x="1672" y="1896"/>
                  </a:lnTo>
                  <a:lnTo>
                    <a:pt x="1668" y="1915"/>
                  </a:lnTo>
                  <a:lnTo>
                    <a:pt x="1661" y="1931"/>
                  </a:lnTo>
                  <a:lnTo>
                    <a:pt x="1654" y="1946"/>
                  </a:lnTo>
                  <a:lnTo>
                    <a:pt x="1647" y="1966"/>
                  </a:lnTo>
                  <a:lnTo>
                    <a:pt x="1642" y="1966"/>
                  </a:lnTo>
                  <a:lnTo>
                    <a:pt x="1642" y="1959"/>
                  </a:lnTo>
                  <a:lnTo>
                    <a:pt x="1642" y="1955"/>
                  </a:lnTo>
                  <a:lnTo>
                    <a:pt x="1640" y="1950"/>
                  </a:lnTo>
                  <a:lnTo>
                    <a:pt x="1639" y="1946"/>
                  </a:lnTo>
                  <a:lnTo>
                    <a:pt x="1637" y="1948"/>
                  </a:lnTo>
                  <a:lnTo>
                    <a:pt x="1637" y="1948"/>
                  </a:lnTo>
                  <a:lnTo>
                    <a:pt x="1635" y="1948"/>
                  </a:lnTo>
                  <a:lnTo>
                    <a:pt x="1633" y="1950"/>
                  </a:lnTo>
                  <a:lnTo>
                    <a:pt x="1632" y="1950"/>
                  </a:lnTo>
                  <a:lnTo>
                    <a:pt x="1623" y="1971"/>
                  </a:lnTo>
                  <a:lnTo>
                    <a:pt x="1613" y="1985"/>
                  </a:lnTo>
                  <a:lnTo>
                    <a:pt x="1602" y="1997"/>
                  </a:lnTo>
                  <a:lnTo>
                    <a:pt x="1590" y="2011"/>
                  </a:lnTo>
                  <a:lnTo>
                    <a:pt x="1565" y="2006"/>
                  </a:lnTo>
                  <a:lnTo>
                    <a:pt x="1543" y="2001"/>
                  </a:lnTo>
                  <a:lnTo>
                    <a:pt x="1543" y="2008"/>
                  </a:lnTo>
                  <a:lnTo>
                    <a:pt x="1555" y="2015"/>
                  </a:lnTo>
                  <a:lnTo>
                    <a:pt x="1560" y="2025"/>
                  </a:lnTo>
                  <a:lnTo>
                    <a:pt x="1562" y="2035"/>
                  </a:lnTo>
                  <a:lnTo>
                    <a:pt x="1560" y="2048"/>
                  </a:lnTo>
                  <a:lnTo>
                    <a:pt x="1558" y="2062"/>
                  </a:lnTo>
                  <a:lnTo>
                    <a:pt x="1527" y="2063"/>
                  </a:lnTo>
                  <a:lnTo>
                    <a:pt x="1501" y="2070"/>
                  </a:lnTo>
                  <a:lnTo>
                    <a:pt x="1499" y="2074"/>
                  </a:lnTo>
                  <a:lnTo>
                    <a:pt x="1497" y="2079"/>
                  </a:lnTo>
                  <a:lnTo>
                    <a:pt x="1497" y="2086"/>
                  </a:lnTo>
                  <a:lnTo>
                    <a:pt x="1497" y="2093"/>
                  </a:lnTo>
                  <a:lnTo>
                    <a:pt x="1496" y="2097"/>
                  </a:lnTo>
                  <a:lnTo>
                    <a:pt x="1496" y="2098"/>
                  </a:lnTo>
                  <a:lnTo>
                    <a:pt x="1496" y="2102"/>
                  </a:lnTo>
                  <a:lnTo>
                    <a:pt x="1496" y="2105"/>
                  </a:lnTo>
                  <a:lnTo>
                    <a:pt x="1497" y="2112"/>
                  </a:lnTo>
                  <a:lnTo>
                    <a:pt x="1489" y="2112"/>
                  </a:lnTo>
                  <a:lnTo>
                    <a:pt x="1478" y="2114"/>
                  </a:lnTo>
                  <a:lnTo>
                    <a:pt x="1464" y="2114"/>
                  </a:lnTo>
                  <a:lnTo>
                    <a:pt x="1450" y="2116"/>
                  </a:lnTo>
                  <a:lnTo>
                    <a:pt x="1450" y="2123"/>
                  </a:lnTo>
                  <a:lnTo>
                    <a:pt x="1457" y="2126"/>
                  </a:lnTo>
                  <a:lnTo>
                    <a:pt x="1462" y="2130"/>
                  </a:lnTo>
                  <a:lnTo>
                    <a:pt x="1466" y="2131"/>
                  </a:lnTo>
                  <a:lnTo>
                    <a:pt x="1469" y="2133"/>
                  </a:lnTo>
                  <a:lnTo>
                    <a:pt x="1473" y="2137"/>
                  </a:lnTo>
                  <a:lnTo>
                    <a:pt x="1475" y="2140"/>
                  </a:lnTo>
                  <a:lnTo>
                    <a:pt x="1478" y="2145"/>
                  </a:lnTo>
                  <a:lnTo>
                    <a:pt x="1471" y="2147"/>
                  </a:lnTo>
                  <a:lnTo>
                    <a:pt x="1466" y="2149"/>
                  </a:lnTo>
                  <a:lnTo>
                    <a:pt x="1461" y="2151"/>
                  </a:lnTo>
                  <a:lnTo>
                    <a:pt x="1457" y="2152"/>
                  </a:lnTo>
                  <a:lnTo>
                    <a:pt x="1455" y="2158"/>
                  </a:lnTo>
                  <a:lnTo>
                    <a:pt x="1450" y="2168"/>
                  </a:lnTo>
                  <a:lnTo>
                    <a:pt x="1447" y="2179"/>
                  </a:lnTo>
                  <a:lnTo>
                    <a:pt x="1443" y="2189"/>
                  </a:lnTo>
                  <a:lnTo>
                    <a:pt x="1440" y="2191"/>
                  </a:lnTo>
                  <a:lnTo>
                    <a:pt x="1438" y="2191"/>
                  </a:lnTo>
                  <a:lnTo>
                    <a:pt x="1433" y="2193"/>
                  </a:lnTo>
                  <a:lnTo>
                    <a:pt x="1427" y="2193"/>
                  </a:lnTo>
                  <a:lnTo>
                    <a:pt x="1427" y="2198"/>
                  </a:lnTo>
                  <a:lnTo>
                    <a:pt x="1427" y="2201"/>
                  </a:lnTo>
                  <a:lnTo>
                    <a:pt x="1427" y="2203"/>
                  </a:lnTo>
                  <a:lnTo>
                    <a:pt x="1426" y="2205"/>
                  </a:lnTo>
                  <a:lnTo>
                    <a:pt x="1427" y="2207"/>
                  </a:lnTo>
                  <a:lnTo>
                    <a:pt x="1427" y="2208"/>
                  </a:lnTo>
                  <a:lnTo>
                    <a:pt x="1431" y="2215"/>
                  </a:lnTo>
                  <a:lnTo>
                    <a:pt x="1434" y="2221"/>
                  </a:lnTo>
                  <a:lnTo>
                    <a:pt x="1440" y="2224"/>
                  </a:lnTo>
                  <a:lnTo>
                    <a:pt x="1445" y="2227"/>
                  </a:lnTo>
                  <a:lnTo>
                    <a:pt x="1450" y="2231"/>
                  </a:lnTo>
                  <a:lnTo>
                    <a:pt x="1447" y="2243"/>
                  </a:lnTo>
                  <a:lnTo>
                    <a:pt x="1433" y="2250"/>
                  </a:lnTo>
                  <a:lnTo>
                    <a:pt x="1419" y="2264"/>
                  </a:lnTo>
                  <a:lnTo>
                    <a:pt x="1407" y="2282"/>
                  </a:lnTo>
                  <a:lnTo>
                    <a:pt x="1398" y="2299"/>
                  </a:lnTo>
                  <a:lnTo>
                    <a:pt x="1393" y="2315"/>
                  </a:lnTo>
                  <a:lnTo>
                    <a:pt x="1398" y="2320"/>
                  </a:lnTo>
                  <a:lnTo>
                    <a:pt x="1403" y="2325"/>
                  </a:lnTo>
                  <a:lnTo>
                    <a:pt x="1407" y="2330"/>
                  </a:lnTo>
                  <a:lnTo>
                    <a:pt x="1408" y="2339"/>
                  </a:lnTo>
                  <a:lnTo>
                    <a:pt x="1400" y="2341"/>
                  </a:lnTo>
                  <a:lnTo>
                    <a:pt x="1387" y="2348"/>
                  </a:lnTo>
                  <a:lnTo>
                    <a:pt x="1375" y="2358"/>
                  </a:lnTo>
                  <a:lnTo>
                    <a:pt x="1366" y="2369"/>
                  </a:lnTo>
                  <a:lnTo>
                    <a:pt x="1365" y="2372"/>
                  </a:lnTo>
                  <a:lnTo>
                    <a:pt x="1363" y="2376"/>
                  </a:lnTo>
                  <a:lnTo>
                    <a:pt x="1363" y="2379"/>
                  </a:lnTo>
                  <a:lnTo>
                    <a:pt x="1363" y="2385"/>
                  </a:lnTo>
                  <a:lnTo>
                    <a:pt x="1366" y="2385"/>
                  </a:lnTo>
                  <a:lnTo>
                    <a:pt x="1366" y="2381"/>
                  </a:lnTo>
                  <a:lnTo>
                    <a:pt x="1377" y="2369"/>
                  </a:lnTo>
                  <a:lnTo>
                    <a:pt x="1386" y="2357"/>
                  </a:lnTo>
                  <a:lnTo>
                    <a:pt x="1389" y="2358"/>
                  </a:lnTo>
                  <a:lnTo>
                    <a:pt x="1391" y="2358"/>
                  </a:lnTo>
                  <a:lnTo>
                    <a:pt x="1391" y="2360"/>
                  </a:lnTo>
                  <a:lnTo>
                    <a:pt x="1391" y="2360"/>
                  </a:lnTo>
                  <a:lnTo>
                    <a:pt x="1393" y="2362"/>
                  </a:lnTo>
                  <a:lnTo>
                    <a:pt x="1396" y="2371"/>
                  </a:lnTo>
                  <a:lnTo>
                    <a:pt x="1398" y="2381"/>
                  </a:lnTo>
                  <a:lnTo>
                    <a:pt x="1400" y="2393"/>
                  </a:lnTo>
                  <a:lnTo>
                    <a:pt x="1401" y="2404"/>
                  </a:lnTo>
                  <a:lnTo>
                    <a:pt x="1407" y="2404"/>
                  </a:lnTo>
                  <a:lnTo>
                    <a:pt x="1408" y="2404"/>
                  </a:lnTo>
                  <a:lnTo>
                    <a:pt x="1412" y="2404"/>
                  </a:lnTo>
                  <a:lnTo>
                    <a:pt x="1412" y="2406"/>
                  </a:lnTo>
                  <a:lnTo>
                    <a:pt x="1414" y="2406"/>
                  </a:lnTo>
                  <a:lnTo>
                    <a:pt x="1414" y="2407"/>
                  </a:lnTo>
                  <a:lnTo>
                    <a:pt x="1417" y="2411"/>
                  </a:lnTo>
                  <a:lnTo>
                    <a:pt x="1414" y="2413"/>
                  </a:lnTo>
                  <a:lnTo>
                    <a:pt x="1412" y="2414"/>
                  </a:lnTo>
                  <a:lnTo>
                    <a:pt x="1412" y="2416"/>
                  </a:lnTo>
                  <a:lnTo>
                    <a:pt x="1410" y="2416"/>
                  </a:lnTo>
                  <a:lnTo>
                    <a:pt x="1408" y="2418"/>
                  </a:lnTo>
                  <a:lnTo>
                    <a:pt x="1405" y="2419"/>
                  </a:lnTo>
                  <a:lnTo>
                    <a:pt x="1389" y="2423"/>
                  </a:lnTo>
                  <a:lnTo>
                    <a:pt x="1373" y="2419"/>
                  </a:lnTo>
                  <a:lnTo>
                    <a:pt x="1358" y="2411"/>
                  </a:lnTo>
                  <a:lnTo>
                    <a:pt x="1342" y="2399"/>
                  </a:lnTo>
                  <a:lnTo>
                    <a:pt x="1328" y="2385"/>
                  </a:lnTo>
                  <a:lnTo>
                    <a:pt x="1318" y="2371"/>
                  </a:lnTo>
                  <a:lnTo>
                    <a:pt x="1312" y="2357"/>
                  </a:lnTo>
                  <a:lnTo>
                    <a:pt x="1316" y="2357"/>
                  </a:lnTo>
                  <a:lnTo>
                    <a:pt x="1328" y="2369"/>
                  </a:lnTo>
                  <a:lnTo>
                    <a:pt x="1340" y="2379"/>
                  </a:lnTo>
                  <a:lnTo>
                    <a:pt x="1354" y="2388"/>
                  </a:lnTo>
                  <a:lnTo>
                    <a:pt x="1354" y="2381"/>
                  </a:lnTo>
                  <a:lnTo>
                    <a:pt x="1335" y="2371"/>
                  </a:lnTo>
                  <a:lnTo>
                    <a:pt x="1319" y="2357"/>
                  </a:lnTo>
                  <a:lnTo>
                    <a:pt x="1309" y="2337"/>
                  </a:lnTo>
                  <a:lnTo>
                    <a:pt x="1302" y="2315"/>
                  </a:lnTo>
                  <a:lnTo>
                    <a:pt x="1298" y="2292"/>
                  </a:lnTo>
                  <a:lnTo>
                    <a:pt x="1300" y="2266"/>
                  </a:lnTo>
                  <a:lnTo>
                    <a:pt x="1302" y="2241"/>
                  </a:lnTo>
                  <a:lnTo>
                    <a:pt x="1307" y="2219"/>
                  </a:lnTo>
                  <a:lnTo>
                    <a:pt x="1314" y="2198"/>
                  </a:lnTo>
                  <a:lnTo>
                    <a:pt x="1321" y="2180"/>
                  </a:lnTo>
                  <a:lnTo>
                    <a:pt x="1331" y="2180"/>
                  </a:lnTo>
                  <a:lnTo>
                    <a:pt x="1340" y="2145"/>
                  </a:lnTo>
                  <a:lnTo>
                    <a:pt x="1335" y="2145"/>
                  </a:lnTo>
                  <a:lnTo>
                    <a:pt x="1335" y="2142"/>
                  </a:lnTo>
                  <a:lnTo>
                    <a:pt x="1331" y="2145"/>
                  </a:lnTo>
                  <a:lnTo>
                    <a:pt x="1328" y="2149"/>
                  </a:lnTo>
                  <a:lnTo>
                    <a:pt x="1326" y="2152"/>
                  </a:lnTo>
                  <a:lnTo>
                    <a:pt x="1323" y="2156"/>
                  </a:lnTo>
                  <a:lnTo>
                    <a:pt x="1316" y="2158"/>
                  </a:lnTo>
                  <a:lnTo>
                    <a:pt x="1316" y="2154"/>
                  </a:lnTo>
                  <a:lnTo>
                    <a:pt x="1328" y="2081"/>
                  </a:lnTo>
                  <a:lnTo>
                    <a:pt x="1326" y="2074"/>
                  </a:lnTo>
                  <a:lnTo>
                    <a:pt x="1323" y="2062"/>
                  </a:lnTo>
                  <a:lnTo>
                    <a:pt x="1325" y="2051"/>
                  </a:lnTo>
                  <a:lnTo>
                    <a:pt x="1337" y="2009"/>
                  </a:lnTo>
                  <a:lnTo>
                    <a:pt x="1347" y="1966"/>
                  </a:lnTo>
                  <a:lnTo>
                    <a:pt x="1356" y="1919"/>
                  </a:lnTo>
                  <a:lnTo>
                    <a:pt x="1366" y="1873"/>
                  </a:lnTo>
                  <a:lnTo>
                    <a:pt x="1372" y="1843"/>
                  </a:lnTo>
                  <a:lnTo>
                    <a:pt x="1373" y="1812"/>
                  </a:lnTo>
                  <a:lnTo>
                    <a:pt x="1375" y="1782"/>
                  </a:lnTo>
                  <a:lnTo>
                    <a:pt x="1379" y="1754"/>
                  </a:lnTo>
                  <a:lnTo>
                    <a:pt x="1344" y="1741"/>
                  </a:lnTo>
                  <a:lnTo>
                    <a:pt x="1314" y="1721"/>
                  </a:lnTo>
                  <a:lnTo>
                    <a:pt x="1290" y="1695"/>
                  </a:lnTo>
                  <a:lnTo>
                    <a:pt x="1270" y="1667"/>
                  </a:lnTo>
                  <a:lnTo>
                    <a:pt x="1263" y="1651"/>
                  </a:lnTo>
                  <a:lnTo>
                    <a:pt x="1258" y="1636"/>
                  </a:lnTo>
                  <a:lnTo>
                    <a:pt x="1253" y="1618"/>
                  </a:lnTo>
                  <a:lnTo>
                    <a:pt x="1246" y="1604"/>
                  </a:lnTo>
                  <a:lnTo>
                    <a:pt x="1235" y="1594"/>
                  </a:lnTo>
                  <a:lnTo>
                    <a:pt x="1232" y="1590"/>
                  </a:lnTo>
                  <a:lnTo>
                    <a:pt x="1227" y="1590"/>
                  </a:lnTo>
                  <a:lnTo>
                    <a:pt x="1223" y="1589"/>
                  </a:lnTo>
                  <a:lnTo>
                    <a:pt x="1220" y="1585"/>
                  </a:lnTo>
                  <a:lnTo>
                    <a:pt x="1216" y="1582"/>
                  </a:lnTo>
                  <a:lnTo>
                    <a:pt x="1220" y="1575"/>
                  </a:lnTo>
                  <a:lnTo>
                    <a:pt x="1220" y="1569"/>
                  </a:lnTo>
                  <a:lnTo>
                    <a:pt x="1220" y="1562"/>
                  </a:lnTo>
                  <a:lnTo>
                    <a:pt x="1220" y="1555"/>
                  </a:lnTo>
                  <a:lnTo>
                    <a:pt x="1229" y="1550"/>
                  </a:lnTo>
                  <a:lnTo>
                    <a:pt x="1235" y="1545"/>
                  </a:lnTo>
                  <a:lnTo>
                    <a:pt x="1244" y="1540"/>
                  </a:lnTo>
                  <a:lnTo>
                    <a:pt x="1244" y="1536"/>
                  </a:lnTo>
                  <a:lnTo>
                    <a:pt x="1235" y="1536"/>
                  </a:lnTo>
                  <a:lnTo>
                    <a:pt x="1230" y="1535"/>
                  </a:lnTo>
                  <a:lnTo>
                    <a:pt x="1225" y="1535"/>
                  </a:lnTo>
                  <a:lnTo>
                    <a:pt x="1220" y="1533"/>
                  </a:lnTo>
                  <a:lnTo>
                    <a:pt x="1227" y="1517"/>
                  </a:lnTo>
                  <a:lnTo>
                    <a:pt x="1232" y="1501"/>
                  </a:lnTo>
                  <a:lnTo>
                    <a:pt x="1239" y="1486"/>
                  </a:lnTo>
                  <a:lnTo>
                    <a:pt x="1251" y="1473"/>
                  </a:lnTo>
                  <a:lnTo>
                    <a:pt x="1265" y="1461"/>
                  </a:lnTo>
                  <a:lnTo>
                    <a:pt x="1277" y="1447"/>
                  </a:lnTo>
                  <a:lnTo>
                    <a:pt x="1276" y="1437"/>
                  </a:lnTo>
                  <a:lnTo>
                    <a:pt x="1276" y="1423"/>
                  </a:lnTo>
                  <a:lnTo>
                    <a:pt x="1274" y="1409"/>
                  </a:lnTo>
                  <a:lnTo>
                    <a:pt x="1269" y="1400"/>
                  </a:lnTo>
                  <a:lnTo>
                    <a:pt x="1262" y="1390"/>
                  </a:lnTo>
                  <a:lnTo>
                    <a:pt x="1255" y="1379"/>
                  </a:lnTo>
                  <a:lnTo>
                    <a:pt x="1248" y="1379"/>
                  </a:lnTo>
                  <a:lnTo>
                    <a:pt x="1246" y="1381"/>
                  </a:lnTo>
                  <a:lnTo>
                    <a:pt x="1244" y="1383"/>
                  </a:lnTo>
                  <a:lnTo>
                    <a:pt x="1242" y="1384"/>
                  </a:lnTo>
                  <a:lnTo>
                    <a:pt x="1239" y="1386"/>
                  </a:lnTo>
                  <a:lnTo>
                    <a:pt x="1241" y="1390"/>
                  </a:lnTo>
                  <a:lnTo>
                    <a:pt x="1241" y="1393"/>
                  </a:lnTo>
                  <a:lnTo>
                    <a:pt x="1241" y="1393"/>
                  </a:lnTo>
                  <a:lnTo>
                    <a:pt x="1241" y="1395"/>
                  </a:lnTo>
                  <a:lnTo>
                    <a:pt x="1241" y="1395"/>
                  </a:lnTo>
                  <a:lnTo>
                    <a:pt x="1239" y="1398"/>
                  </a:lnTo>
                  <a:lnTo>
                    <a:pt x="1237" y="1398"/>
                  </a:lnTo>
                  <a:lnTo>
                    <a:pt x="1235" y="1400"/>
                  </a:lnTo>
                  <a:lnTo>
                    <a:pt x="1234" y="1400"/>
                  </a:lnTo>
                  <a:lnTo>
                    <a:pt x="1232" y="1400"/>
                  </a:lnTo>
                  <a:lnTo>
                    <a:pt x="1229" y="1402"/>
                  </a:lnTo>
                  <a:lnTo>
                    <a:pt x="1220" y="1395"/>
                  </a:lnTo>
                  <a:lnTo>
                    <a:pt x="1204" y="1386"/>
                  </a:lnTo>
                  <a:lnTo>
                    <a:pt x="1188" y="1377"/>
                  </a:lnTo>
                  <a:lnTo>
                    <a:pt x="1173" y="1370"/>
                  </a:lnTo>
                  <a:lnTo>
                    <a:pt x="1162" y="1367"/>
                  </a:lnTo>
                  <a:lnTo>
                    <a:pt x="1153" y="1346"/>
                  </a:lnTo>
                  <a:lnTo>
                    <a:pt x="1145" y="1334"/>
                  </a:lnTo>
                  <a:lnTo>
                    <a:pt x="1136" y="1325"/>
                  </a:lnTo>
                  <a:lnTo>
                    <a:pt x="1127" y="1322"/>
                  </a:lnTo>
                  <a:lnTo>
                    <a:pt x="1113" y="1318"/>
                  </a:lnTo>
                  <a:lnTo>
                    <a:pt x="1098" y="1313"/>
                  </a:lnTo>
                  <a:lnTo>
                    <a:pt x="1078" y="1306"/>
                  </a:lnTo>
                  <a:lnTo>
                    <a:pt x="1066" y="1297"/>
                  </a:lnTo>
                  <a:lnTo>
                    <a:pt x="1056" y="1288"/>
                  </a:lnTo>
                  <a:lnTo>
                    <a:pt x="1040" y="1281"/>
                  </a:lnTo>
                  <a:lnTo>
                    <a:pt x="1030" y="1281"/>
                  </a:lnTo>
                  <a:lnTo>
                    <a:pt x="1023" y="1285"/>
                  </a:lnTo>
                  <a:lnTo>
                    <a:pt x="1017" y="1288"/>
                  </a:lnTo>
                  <a:lnTo>
                    <a:pt x="1010" y="1292"/>
                  </a:lnTo>
                  <a:lnTo>
                    <a:pt x="1002" y="1290"/>
                  </a:lnTo>
                  <a:lnTo>
                    <a:pt x="998" y="1288"/>
                  </a:lnTo>
                  <a:lnTo>
                    <a:pt x="995" y="1285"/>
                  </a:lnTo>
                  <a:lnTo>
                    <a:pt x="991" y="1281"/>
                  </a:lnTo>
                  <a:lnTo>
                    <a:pt x="986" y="1276"/>
                  </a:lnTo>
                  <a:lnTo>
                    <a:pt x="982" y="1273"/>
                  </a:lnTo>
                  <a:lnTo>
                    <a:pt x="979" y="1271"/>
                  </a:lnTo>
                  <a:lnTo>
                    <a:pt x="956" y="1267"/>
                  </a:lnTo>
                  <a:lnTo>
                    <a:pt x="953" y="1264"/>
                  </a:lnTo>
                  <a:lnTo>
                    <a:pt x="949" y="1261"/>
                  </a:lnTo>
                  <a:lnTo>
                    <a:pt x="946" y="1257"/>
                  </a:lnTo>
                  <a:lnTo>
                    <a:pt x="942" y="1254"/>
                  </a:lnTo>
                  <a:lnTo>
                    <a:pt x="941" y="1252"/>
                  </a:lnTo>
                  <a:lnTo>
                    <a:pt x="921" y="1255"/>
                  </a:lnTo>
                  <a:lnTo>
                    <a:pt x="918" y="1254"/>
                  </a:lnTo>
                  <a:lnTo>
                    <a:pt x="913" y="1247"/>
                  </a:lnTo>
                  <a:lnTo>
                    <a:pt x="904" y="1240"/>
                  </a:lnTo>
                  <a:lnTo>
                    <a:pt x="897" y="1231"/>
                  </a:lnTo>
                  <a:lnTo>
                    <a:pt x="890" y="1224"/>
                  </a:lnTo>
                  <a:lnTo>
                    <a:pt x="886" y="1220"/>
                  </a:lnTo>
                  <a:lnTo>
                    <a:pt x="893" y="1198"/>
                  </a:lnTo>
                  <a:lnTo>
                    <a:pt x="874" y="1177"/>
                  </a:lnTo>
                  <a:lnTo>
                    <a:pt x="857" y="1154"/>
                  </a:lnTo>
                  <a:lnTo>
                    <a:pt x="839" y="1130"/>
                  </a:lnTo>
                  <a:lnTo>
                    <a:pt x="822" y="1105"/>
                  </a:lnTo>
                  <a:lnTo>
                    <a:pt x="818" y="1103"/>
                  </a:lnTo>
                  <a:lnTo>
                    <a:pt x="813" y="1102"/>
                  </a:lnTo>
                  <a:lnTo>
                    <a:pt x="810" y="1102"/>
                  </a:lnTo>
                  <a:lnTo>
                    <a:pt x="804" y="1100"/>
                  </a:lnTo>
                  <a:lnTo>
                    <a:pt x="803" y="1098"/>
                  </a:lnTo>
                  <a:lnTo>
                    <a:pt x="796" y="1089"/>
                  </a:lnTo>
                  <a:lnTo>
                    <a:pt x="792" y="1079"/>
                  </a:lnTo>
                  <a:lnTo>
                    <a:pt x="789" y="1069"/>
                  </a:lnTo>
                  <a:lnTo>
                    <a:pt x="783" y="1058"/>
                  </a:lnTo>
                  <a:lnTo>
                    <a:pt x="775" y="1053"/>
                  </a:lnTo>
                  <a:lnTo>
                    <a:pt x="771" y="1049"/>
                  </a:lnTo>
                  <a:lnTo>
                    <a:pt x="768" y="1046"/>
                  </a:lnTo>
                  <a:lnTo>
                    <a:pt x="764" y="1044"/>
                  </a:lnTo>
                  <a:lnTo>
                    <a:pt x="764" y="1063"/>
                  </a:lnTo>
                  <a:lnTo>
                    <a:pt x="769" y="1070"/>
                  </a:lnTo>
                  <a:lnTo>
                    <a:pt x="780" y="1082"/>
                  </a:lnTo>
                  <a:lnTo>
                    <a:pt x="790" y="1096"/>
                  </a:lnTo>
                  <a:lnTo>
                    <a:pt x="803" y="1114"/>
                  </a:lnTo>
                  <a:lnTo>
                    <a:pt x="813" y="1131"/>
                  </a:lnTo>
                  <a:lnTo>
                    <a:pt x="824" y="1149"/>
                  </a:lnTo>
                  <a:lnTo>
                    <a:pt x="832" y="1165"/>
                  </a:lnTo>
                  <a:lnTo>
                    <a:pt x="836" y="1175"/>
                  </a:lnTo>
                  <a:lnTo>
                    <a:pt x="836" y="1182"/>
                  </a:lnTo>
                  <a:lnTo>
                    <a:pt x="834" y="1185"/>
                  </a:lnTo>
                  <a:lnTo>
                    <a:pt x="832" y="1187"/>
                  </a:lnTo>
                  <a:lnTo>
                    <a:pt x="832" y="1189"/>
                  </a:lnTo>
                  <a:lnTo>
                    <a:pt x="829" y="1191"/>
                  </a:lnTo>
                  <a:lnTo>
                    <a:pt x="829" y="1184"/>
                  </a:lnTo>
                  <a:lnTo>
                    <a:pt x="827" y="1178"/>
                  </a:lnTo>
                  <a:lnTo>
                    <a:pt x="827" y="1175"/>
                  </a:lnTo>
                  <a:lnTo>
                    <a:pt x="825" y="1171"/>
                  </a:lnTo>
                  <a:lnTo>
                    <a:pt x="822" y="1171"/>
                  </a:lnTo>
                  <a:lnTo>
                    <a:pt x="820" y="1171"/>
                  </a:lnTo>
                  <a:lnTo>
                    <a:pt x="818" y="1171"/>
                  </a:lnTo>
                  <a:lnTo>
                    <a:pt x="817" y="1171"/>
                  </a:lnTo>
                  <a:lnTo>
                    <a:pt x="815" y="1171"/>
                  </a:lnTo>
                  <a:lnTo>
                    <a:pt x="810" y="1171"/>
                  </a:lnTo>
                  <a:lnTo>
                    <a:pt x="806" y="1159"/>
                  </a:lnTo>
                  <a:lnTo>
                    <a:pt x="803" y="1147"/>
                  </a:lnTo>
                  <a:lnTo>
                    <a:pt x="797" y="1137"/>
                  </a:lnTo>
                  <a:lnTo>
                    <a:pt x="789" y="1128"/>
                  </a:lnTo>
                  <a:lnTo>
                    <a:pt x="778" y="1121"/>
                  </a:lnTo>
                  <a:lnTo>
                    <a:pt x="768" y="1114"/>
                  </a:lnTo>
                  <a:lnTo>
                    <a:pt x="759" y="1102"/>
                  </a:lnTo>
                  <a:lnTo>
                    <a:pt x="762" y="1100"/>
                  </a:lnTo>
                  <a:lnTo>
                    <a:pt x="764" y="1100"/>
                  </a:lnTo>
                  <a:lnTo>
                    <a:pt x="764" y="1100"/>
                  </a:lnTo>
                  <a:lnTo>
                    <a:pt x="766" y="1100"/>
                  </a:lnTo>
                  <a:lnTo>
                    <a:pt x="766" y="1098"/>
                  </a:lnTo>
                  <a:lnTo>
                    <a:pt x="766" y="1096"/>
                  </a:lnTo>
                  <a:lnTo>
                    <a:pt x="768" y="1095"/>
                  </a:lnTo>
                  <a:lnTo>
                    <a:pt x="755" y="1086"/>
                  </a:lnTo>
                  <a:lnTo>
                    <a:pt x="749" y="1075"/>
                  </a:lnTo>
                  <a:lnTo>
                    <a:pt x="743" y="1063"/>
                  </a:lnTo>
                  <a:lnTo>
                    <a:pt x="740" y="1049"/>
                  </a:lnTo>
                  <a:lnTo>
                    <a:pt x="733" y="1037"/>
                  </a:lnTo>
                  <a:lnTo>
                    <a:pt x="724" y="1027"/>
                  </a:lnTo>
                  <a:lnTo>
                    <a:pt x="714" y="1021"/>
                  </a:lnTo>
                  <a:lnTo>
                    <a:pt x="701" y="1016"/>
                  </a:lnTo>
                  <a:lnTo>
                    <a:pt x="691" y="1009"/>
                  </a:lnTo>
                  <a:lnTo>
                    <a:pt x="684" y="1000"/>
                  </a:lnTo>
                  <a:lnTo>
                    <a:pt x="680" y="990"/>
                  </a:lnTo>
                  <a:lnTo>
                    <a:pt x="675" y="979"/>
                  </a:lnTo>
                  <a:lnTo>
                    <a:pt x="663" y="962"/>
                  </a:lnTo>
                  <a:lnTo>
                    <a:pt x="653" y="950"/>
                  </a:lnTo>
                  <a:lnTo>
                    <a:pt x="642" y="939"/>
                  </a:lnTo>
                  <a:lnTo>
                    <a:pt x="635" y="927"/>
                  </a:lnTo>
                  <a:lnTo>
                    <a:pt x="630" y="911"/>
                  </a:lnTo>
                  <a:lnTo>
                    <a:pt x="626" y="890"/>
                  </a:lnTo>
                  <a:lnTo>
                    <a:pt x="625" y="861"/>
                  </a:lnTo>
                  <a:lnTo>
                    <a:pt x="625" y="854"/>
                  </a:lnTo>
                  <a:lnTo>
                    <a:pt x="626" y="840"/>
                  </a:lnTo>
                  <a:lnTo>
                    <a:pt x="626" y="821"/>
                  </a:lnTo>
                  <a:lnTo>
                    <a:pt x="626" y="798"/>
                  </a:lnTo>
                  <a:lnTo>
                    <a:pt x="626" y="777"/>
                  </a:lnTo>
                  <a:lnTo>
                    <a:pt x="628" y="760"/>
                  </a:lnTo>
                  <a:lnTo>
                    <a:pt x="630" y="749"/>
                  </a:lnTo>
                  <a:lnTo>
                    <a:pt x="635" y="747"/>
                  </a:lnTo>
                  <a:lnTo>
                    <a:pt x="639" y="747"/>
                  </a:lnTo>
                  <a:lnTo>
                    <a:pt x="642" y="747"/>
                  </a:lnTo>
                  <a:lnTo>
                    <a:pt x="646" y="747"/>
                  </a:lnTo>
                  <a:lnTo>
                    <a:pt x="649" y="749"/>
                  </a:lnTo>
                  <a:lnTo>
                    <a:pt x="651" y="753"/>
                  </a:lnTo>
                  <a:lnTo>
                    <a:pt x="654" y="756"/>
                  </a:lnTo>
                  <a:lnTo>
                    <a:pt x="656" y="760"/>
                  </a:lnTo>
                  <a:lnTo>
                    <a:pt x="656" y="740"/>
                  </a:lnTo>
                  <a:lnTo>
                    <a:pt x="644" y="726"/>
                  </a:lnTo>
                  <a:lnTo>
                    <a:pt x="630" y="712"/>
                  </a:lnTo>
                  <a:lnTo>
                    <a:pt x="614" y="702"/>
                  </a:lnTo>
                  <a:lnTo>
                    <a:pt x="614" y="711"/>
                  </a:lnTo>
                  <a:lnTo>
                    <a:pt x="621" y="716"/>
                  </a:lnTo>
                  <a:lnTo>
                    <a:pt x="628" y="721"/>
                  </a:lnTo>
                  <a:lnTo>
                    <a:pt x="635" y="726"/>
                  </a:lnTo>
                  <a:lnTo>
                    <a:pt x="640" y="733"/>
                  </a:lnTo>
                  <a:lnTo>
                    <a:pt x="640" y="737"/>
                  </a:lnTo>
                  <a:lnTo>
                    <a:pt x="639" y="737"/>
                  </a:lnTo>
                  <a:lnTo>
                    <a:pt x="639" y="739"/>
                  </a:lnTo>
                  <a:lnTo>
                    <a:pt x="639" y="739"/>
                  </a:lnTo>
                  <a:lnTo>
                    <a:pt x="637" y="740"/>
                  </a:lnTo>
                  <a:lnTo>
                    <a:pt x="633" y="742"/>
                  </a:lnTo>
                  <a:lnTo>
                    <a:pt x="632" y="744"/>
                  </a:lnTo>
                  <a:lnTo>
                    <a:pt x="626" y="744"/>
                  </a:lnTo>
                  <a:lnTo>
                    <a:pt x="621" y="744"/>
                  </a:lnTo>
                  <a:lnTo>
                    <a:pt x="619" y="744"/>
                  </a:lnTo>
                  <a:lnTo>
                    <a:pt x="619" y="742"/>
                  </a:lnTo>
                  <a:lnTo>
                    <a:pt x="618" y="742"/>
                  </a:lnTo>
                  <a:lnTo>
                    <a:pt x="618" y="742"/>
                  </a:lnTo>
                  <a:lnTo>
                    <a:pt x="614" y="740"/>
                  </a:lnTo>
                  <a:lnTo>
                    <a:pt x="602" y="725"/>
                  </a:lnTo>
                  <a:lnTo>
                    <a:pt x="591" y="709"/>
                  </a:lnTo>
                  <a:lnTo>
                    <a:pt x="583" y="691"/>
                  </a:lnTo>
                  <a:lnTo>
                    <a:pt x="591" y="691"/>
                  </a:lnTo>
                  <a:lnTo>
                    <a:pt x="595" y="693"/>
                  </a:lnTo>
                  <a:lnTo>
                    <a:pt x="598" y="693"/>
                  </a:lnTo>
                  <a:lnTo>
                    <a:pt x="602" y="693"/>
                  </a:lnTo>
                  <a:lnTo>
                    <a:pt x="605" y="691"/>
                  </a:lnTo>
                  <a:lnTo>
                    <a:pt x="591" y="686"/>
                  </a:lnTo>
                  <a:lnTo>
                    <a:pt x="583" y="678"/>
                  </a:lnTo>
                  <a:lnTo>
                    <a:pt x="576" y="667"/>
                  </a:lnTo>
                  <a:lnTo>
                    <a:pt x="570" y="655"/>
                  </a:lnTo>
                  <a:lnTo>
                    <a:pt x="567" y="643"/>
                  </a:lnTo>
                  <a:lnTo>
                    <a:pt x="562" y="632"/>
                  </a:lnTo>
                  <a:lnTo>
                    <a:pt x="555" y="623"/>
                  </a:lnTo>
                  <a:lnTo>
                    <a:pt x="544" y="618"/>
                  </a:lnTo>
                  <a:lnTo>
                    <a:pt x="548" y="595"/>
                  </a:lnTo>
                  <a:lnTo>
                    <a:pt x="536" y="582"/>
                  </a:lnTo>
                  <a:lnTo>
                    <a:pt x="525" y="566"/>
                  </a:lnTo>
                  <a:lnTo>
                    <a:pt x="516" y="550"/>
                  </a:lnTo>
                  <a:lnTo>
                    <a:pt x="504" y="534"/>
                  </a:lnTo>
                  <a:lnTo>
                    <a:pt x="490" y="522"/>
                  </a:lnTo>
                  <a:lnTo>
                    <a:pt x="471" y="513"/>
                  </a:lnTo>
                  <a:lnTo>
                    <a:pt x="448" y="508"/>
                  </a:lnTo>
                  <a:lnTo>
                    <a:pt x="429" y="499"/>
                  </a:lnTo>
                  <a:lnTo>
                    <a:pt x="415" y="487"/>
                  </a:lnTo>
                  <a:lnTo>
                    <a:pt x="399" y="473"/>
                  </a:lnTo>
                  <a:lnTo>
                    <a:pt x="384" y="465"/>
                  </a:lnTo>
                  <a:lnTo>
                    <a:pt x="352" y="465"/>
                  </a:lnTo>
                  <a:lnTo>
                    <a:pt x="342" y="459"/>
                  </a:lnTo>
                  <a:lnTo>
                    <a:pt x="333" y="452"/>
                  </a:lnTo>
                  <a:lnTo>
                    <a:pt x="323" y="447"/>
                  </a:lnTo>
                  <a:lnTo>
                    <a:pt x="307" y="445"/>
                  </a:lnTo>
                  <a:lnTo>
                    <a:pt x="307" y="468"/>
                  </a:lnTo>
                  <a:lnTo>
                    <a:pt x="289" y="477"/>
                  </a:lnTo>
                  <a:lnTo>
                    <a:pt x="274" y="486"/>
                  </a:lnTo>
                  <a:lnTo>
                    <a:pt x="253" y="491"/>
                  </a:lnTo>
                  <a:lnTo>
                    <a:pt x="258" y="475"/>
                  </a:lnTo>
                  <a:lnTo>
                    <a:pt x="265" y="459"/>
                  </a:lnTo>
                  <a:lnTo>
                    <a:pt x="275" y="445"/>
                  </a:lnTo>
                  <a:lnTo>
                    <a:pt x="284" y="430"/>
                  </a:lnTo>
                  <a:lnTo>
                    <a:pt x="275" y="430"/>
                  </a:lnTo>
                  <a:lnTo>
                    <a:pt x="275" y="433"/>
                  </a:lnTo>
                  <a:lnTo>
                    <a:pt x="262" y="444"/>
                  </a:lnTo>
                  <a:lnTo>
                    <a:pt x="251" y="458"/>
                  </a:lnTo>
                  <a:lnTo>
                    <a:pt x="244" y="473"/>
                  </a:lnTo>
                  <a:lnTo>
                    <a:pt x="239" y="489"/>
                  </a:lnTo>
                  <a:lnTo>
                    <a:pt x="232" y="506"/>
                  </a:lnTo>
                  <a:lnTo>
                    <a:pt x="221" y="522"/>
                  </a:lnTo>
                  <a:lnTo>
                    <a:pt x="214" y="529"/>
                  </a:lnTo>
                  <a:lnTo>
                    <a:pt x="200" y="540"/>
                  </a:lnTo>
                  <a:lnTo>
                    <a:pt x="183" y="550"/>
                  </a:lnTo>
                  <a:lnTo>
                    <a:pt x="162" y="562"/>
                  </a:lnTo>
                  <a:lnTo>
                    <a:pt x="141" y="576"/>
                  </a:lnTo>
                  <a:lnTo>
                    <a:pt x="120" y="589"/>
                  </a:lnTo>
                  <a:lnTo>
                    <a:pt x="99" y="599"/>
                  </a:lnTo>
                  <a:lnTo>
                    <a:pt x="83" y="606"/>
                  </a:lnTo>
                  <a:lnTo>
                    <a:pt x="73" y="609"/>
                  </a:lnTo>
                  <a:lnTo>
                    <a:pt x="73" y="606"/>
                  </a:lnTo>
                  <a:lnTo>
                    <a:pt x="77" y="606"/>
                  </a:lnTo>
                  <a:lnTo>
                    <a:pt x="89" y="594"/>
                  </a:lnTo>
                  <a:lnTo>
                    <a:pt x="104" y="583"/>
                  </a:lnTo>
                  <a:lnTo>
                    <a:pt x="122" y="573"/>
                  </a:lnTo>
                  <a:lnTo>
                    <a:pt x="139" y="562"/>
                  </a:lnTo>
                  <a:lnTo>
                    <a:pt x="155" y="550"/>
                  </a:lnTo>
                  <a:lnTo>
                    <a:pt x="167" y="536"/>
                  </a:lnTo>
                  <a:lnTo>
                    <a:pt x="176" y="520"/>
                  </a:lnTo>
                  <a:lnTo>
                    <a:pt x="179" y="499"/>
                  </a:lnTo>
                  <a:lnTo>
                    <a:pt x="166" y="503"/>
                  </a:lnTo>
                  <a:lnTo>
                    <a:pt x="157" y="506"/>
                  </a:lnTo>
                  <a:lnTo>
                    <a:pt x="145" y="510"/>
                  </a:lnTo>
                  <a:lnTo>
                    <a:pt x="145" y="506"/>
                  </a:lnTo>
                  <a:lnTo>
                    <a:pt x="145" y="503"/>
                  </a:lnTo>
                  <a:lnTo>
                    <a:pt x="145" y="503"/>
                  </a:lnTo>
                  <a:lnTo>
                    <a:pt x="143" y="501"/>
                  </a:lnTo>
                  <a:lnTo>
                    <a:pt x="143" y="501"/>
                  </a:lnTo>
                  <a:lnTo>
                    <a:pt x="141" y="501"/>
                  </a:lnTo>
                  <a:lnTo>
                    <a:pt x="138" y="499"/>
                  </a:lnTo>
                  <a:lnTo>
                    <a:pt x="136" y="501"/>
                  </a:lnTo>
                  <a:lnTo>
                    <a:pt x="134" y="503"/>
                  </a:lnTo>
                  <a:lnTo>
                    <a:pt x="132" y="505"/>
                  </a:lnTo>
                  <a:lnTo>
                    <a:pt x="131" y="505"/>
                  </a:lnTo>
                  <a:lnTo>
                    <a:pt x="127" y="506"/>
                  </a:lnTo>
                  <a:lnTo>
                    <a:pt x="122" y="506"/>
                  </a:lnTo>
                  <a:lnTo>
                    <a:pt x="120" y="496"/>
                  </a:lnTo>
                  <a:lnTo>
                    <a:pt x="115" y="482"/>
                  </a:lnTo>
                  <a:lnTo>
                    <a:pt x="111" y="472"/>
                  </a:lnTo>
                  <a:lnTo>
                    <a:pt x="108" y="475"/>
                  </a:lnTo>
                  <a:lnTo>
                    <a:pt x="106" y="477"/>
                  </a:lnTo>
                  <a:lnTo>
                    <a:pt x="104" y="477"/>
                  </a:lnTo>
                  <a:lnTo>
                    <a:pt x="101" y="477"/>
                  </a:lnTo>
                  <a:lnTo>
                    <a:pt x="99" y="475"/>
                  </a:lnTo>
                  <a:lnTo>
                    <a:pt x="82" y="463"/>
                  </a:lnTo>
                  <a:lnTo>
                    <a:pt x="68" y="445"/>
                  </a:lnTo>
                  <a:lnTo>
                    <a:pt x="57" y="426"/>
                  </a:lnTo>
                  <a:lnTo>
                    <a:pt x="63" y="416"/>
                  </a:lnTo>
                  <a:lnTo>
                    <a:pt x="68" y="403"/>
                  </a:lnTo>
                  <a:lnTo>
                    <a:pt x="73" y="393"/>
                  </a:lnTo>
                  <a:lnTo>
                    <a:pt x="80" y="384"/>
                  </a:lnTo>
                  <a:lnTo>
                    <a:pt x="92" y="377"/>
                  </a:lnTo>
                  <a:lnTo>
                    <a:pt x="103" y="374"/>
                  </a:lnTo>
                  <a:lnTo>
                    <a:pt x="113" y="369"/>
                  </a:lnTo>
                  <a:lnTo>
                    <a:pt x="120" y="362"/>
                  </a:lnTo>
                  <a:lnTo>
                    <a:pt x="125" y="351"/>
                  </a:lnTo>
                  <a:lnTo>
                    <a:pt x="125" y="334"/>
                  </a:lnTo>
                  <a:lnTo>
                    <a:pt x="127" y="332"/>
                  </a:lnTo>
                  <a:lnTo>
                    <a:pt x="129" y="332"/>
                  </a:lnTo>
                  <a:lnTo>
                    <a:pt x="129" y="330"/>
                  </a:lnTo>
                  <a:lnTo>
                    <a:pt x="129" y="328"/>
                  </a:lnTo>
                  <a:lnTo>
                    <a:pt x="131" y="327"/>
                  </a:lnTo>
                  <a:lnTo>
                    <a:pt x="115" y="327"/>
                  </a:lnTo>
                  <a:lnTo>
                    <a:pt x="111" y="330"/>
                  </a:lnTo>
                  <a:lnTo>
                    <a:pt x="110" y="332"/>
                  </a:lnTo>
                  <a:lnTo>
                    <a:pt x="108" y="334"/>
                  </a:lnTo>
                  <a:lnTo>
                    <a:pt x="104" y="335"/>
                  </a:lnTo>
                  <a:lnTo>
                    <a:pt x="101" y="337"/>
                  </a:lnTo>
                  <a:lnTo>
                    <a:pt x="96" y="337"/>
                  </a:lnTo>
                  <a:lnTo>
                    <a:pt x="85" y="334"/>
                  </a:lnTo>
                  <a:lnTo>
                    <a:pt x="70" y="328"/>
                  </a:lnTo>
                  <a:lnTo>
                    <a:pt x="52" y="325"/>
                  </a:lnTo>
                  <a:lnTo>
                    <a:pt x="38" y="318"/>
                  </a:lnTo>
                  <a:lnTo>
                    <a:pt x="35" y="292"/>
                  </a:lnTo>
                  <a:lnTo>
                    <a:pt x="42" y="292"/>
                  </a:lnTo>
                  <a:lnTo>
                    <a:pt x="45" y="290"/>
                  </a:lnTo>
                  <a:lnTo>
                    <a:pt x="50" y="288"/>
                  </a:lnTo>
                  <a:lnTo>
                    <a:pt x="54" y="287"/>
                  </a:lnTo>
                  <a:lnTo>
                    <a:pt x="57" y="287"/>
                  </a:lnTo>
                  <a:lnTo>
                    <a:pt x="61" y="283"/>
                  </a:lnTo>
                  <a:lnTo>
                    <a:pt x="64" y="280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1" y="273"/>
                  </a:lnTo>
                  <a:lnTo>
                    <a:pt x="77" y="273"/>
                  </a:lnTo>
                  <a:lnTo>
                    <a:pt x="78" y="271"/>
                  </a:lnTo>
                  <a:lnTo>
                    <a:pt x="80" y="271"/>
                  </a:lnTo>
                  <a:lnTo>
                    <a:pt x="82" y="269"/>
                  </a:lnTo>
                  <a:lnTo>
                    <a:pt x="83" y="269"/>
                  </a:lnTo>
                  <a:lnTo>
                    <a:pt x="87" y="269"/>
                  </a:lnTo>
                  <a:lnTo>
                    <a:pt x="92" y="274"/>
                  </a:lnTo>
                  <a:lnTo>
                    <a:pt x="97" y="278"/>
                  </a:lnTo>
                  <a:lnTo>
                    <a:pt x="103" y="283"/>
                  </a:lnTo>
                  <a:lnTo>
                    <a:pt x="106" y="288"/>
                  </a:lnTo>
                  <a:lnTo>
                    <a:pt x="118" y="283"/>
                  </a:lnTo>
                  <a:lnTo>
                    <a:pt x="118" y="276"/>
                  </a:lnTo>
                  <a:lnTo>
                    <a:pt x="115" y="271"/>
                  </a:lnTo>
                  <a:lnTo>
                    <a:pt x="113" y="266"/>
                  </a:lnTo>
                  <a:lnTo>
                    <a:pt x="111" y="260"/>
                  </a:lnTo>
                  <a:lnTo>
                    <a:pt x="110" y="255"/>
                  </a:lnTo>
                  <a:lnTo>
                    <a:pt x="106" y="250"/>
                  </a:lnTo>
                  <a:lnTo>
                    <a:pt x="94" y="236"/>
                  </a:lnTo>
                  <a:lnTo>
                    <a:pt x="80" y="225"/>
                  </a:lnTo>
                  <a:lnTo>
                    <a:pt x="64" y="215"/>
                  </a:lnTo>
                  <a:lnTo>
                    <a:pt x="50" y="205"/>
                  </a:lnTo>
                  <a:lnTo>
                    <a:pt x="42" y="189"/>
                  </a:lnTo>
                  <a:lnTo>
                    <a:pt x="45" y="184"/>
                  </a:lnTo>
                  <a:lnTo>
                    <a:pt x="47" y="178"/>
                  </a:lnTo>
                  <a:lnTo>
                    <a:pt x="49" y="173"/>
                  </a:lnTo>
                  <a:lnTo>
                    <a:pt x="70" y="175"/>
                  </a:lnTo>
                  <a:lnTo>
                    <a:pt x="90" y="173"/>
                  </a:lnTo>
                  <a:lnTo>
                    <a:pt x="106" y="164"/>
                  </a:lnTo>
                  <a:lnTo>
                    <a:pt x="111" y="152"/>
                  </a:lnTo>
                  <a:lnTo>
                    <a:pt x="115" y="140"/>
                  </a:lnTo>
                  <a:lnTo>
                    <a:pt x="118" y="129"/>
                  </a:lnTo>
                  <a:lnTo>
                    <a:pt x="131" y="119"/>
                  </a:lnTo>
                  <a:lnTo>
                    <a:pt x="148" y="110"/>
                  </a:lnTo>
                  <a:lnTo>
                    <a:pt x="167" y="105"/>
                  </a:lnTo>
                  <a:lnTo>
                    <a:pt x="183" y="98"/>
                  </a:lnTo>
                  <a:lnTo>
                    <a:pt x="199" y="88"/>
                  </a:lnTo>
                  <a:lnTo>
                    <a:pt x="204" y="91"/>
                  </a:lnTo>
                  <a:lnTo>
                    <a:pt x="207" y="93"/>
                  </a:lnTo>
                  <a:lnTo>
                    <a:pt x="207" y="96"/>
                  </a:lnTo>
                  <a:lnTo>
                    <a:pt x="209" y="98"/>
                  </a:lnTo>
                  <a:lnTo>
                    <a:pt x="209" y="102"/>
                  </a:lnTo>
                  <a:lnTo>
                    <a:pt x="211" y="103"/>
                  </a:lnTo>
                  <a:lnTo>
                    <a:pt x="214" y="107"/>
                  </a:lnTo>
                  <a:lnTo>
                    <a:pt x="218" y="110"/>
                  </a:lnTo>
                  <a:lnTo>
                    <a:pt x="223" y="110"/>
                  </a:lnTo>
                  <a:lnTo>
                    <a:pt x="227" y="110"/>
                  </a:lnTo>
                  <a:lnTo>
                    <a:pt x="230" y="109"/>
                  </a:lnTo>
                  <a:lnTo>
                    <a:pt x="234" y="107"/>
                  </a:lnTo>
                  <a:lnTo>
                    <a:pt x="237" y="107"/>
                  </a:lnTo>
                  <a:lnTo>
                    <a:pt x="241" y="107"/>
                  </a:lnTo>
                  <a:lnTo>
                    <a:pt x="244" y="109"/>
                  </a:lnTo>
                  <a:lnTo>
                    <a:pt x="248" y="112"/>
                  </a:lnTo>
                  <a:lnTo>
                    <a:pt x="253" y="117"/>
                  </a:lnTo>
                  <a:lnTo>
                    <a:pt x="256" y="121"/>
                  </a:lnTo>
                  <a:lnTo>
                    <a:pt x="260" y="124"/>
                  </a:lnTo>
                  <a:lnTo>
                    <a:pt x="265" y="126"/>
                  </a:lnTo>
                  <a:lnTo>
                    <a:pt x="270" y="128"/>
                  </a:lnTo>
                  <a:lnTo>
                    <a:pt x="275" y="126"/>
                  </a:lnTo>
                  <a:lnTo>
                    <a:pt x="279" y="126"/>
                  </a:lnTo>
                  <a:lnTo>
                    <a:pt x="282" y="124"/>
                  </a:lnTo>
                  <a:lnTo>
                    <a:pt x="288" y="122"/>
                  </a:lnTo>
                  <a:lnTo>
                    <a:pt x="291" y="122"/>
                  </a:lnTo>
                  <a:lnTo>
                    <a:pt x="302" y="126"/>
                  </a:lnTo>
                  <a:lnTo>
                    <a:pt x="317" y="131"/>
                  </a:lnTo>
                  <a:lnTo>
                    <a:pt x="331" y="138"/>
                  </a:lnTo>
                  <a:lnTo>
                    <a:pt x="345" y="142"/>
                  </a:lnTo>
                  <a:lnTo>
                    <a:pt x="375" y="138"/>
                  </a:lnTo>
                  <a:lnTo>
                    <a:pt x="394" y="147"/>
                  </a:lnTo>
                  <a:lnTo>
                    <a:pt x="412" y="159"/>
                  </a:lnTo>
                  <a:lnTo>
                    <a:pt x="429" y="170"/>
                  </a:lnTo>
                  <a:lnTo>
                    <a:pt x="448" y="180"/>
                  </a:lnTo>
                  <a:lnTo>
                    <a:pt x="471" y="184"/>
                  </a:lnTo>
                  <a:lnTo>
                    <a:pt x="471" y="177"/>
                  </a:lnTo>
                  <a:lnTo>
                    <a:pt x="466" y="171"/>
                  </a:lnTo>
                  <a:lnTo>
                    <a:pt x="461" y="164"/>
                  </a:lnTo>
                  <a:lnTo>
                    <a:pt x="455" y="157"/>
                  </a:lnTo>
                  <a:lnTo>
                    <a:pt x="452" y="149"/>
                  </a:lnTo>
                  <a:lnTo>
                    <a:pt x="473" y="147"/>
                  </a:lnTo>
                  <a:lnTo>
                    <a:pt x="487" y="143"/>
                  </a:lnTo>
                  <a:lnTo>
                    <a:pt x="499" y="136"/>
                  </a:lnTo>
                  <a:lnTo>
                    <a:pt x="509" y="129"/>
                  </a:lnTo>
                  <a:lnTo>
                    <a:pt x="520" y="121"/>
                  </a:lnTo>
                  <a:lnTo>
                    <a:pt x="532" y="115"/>
                  </a:lnTo>
                  <a:lnTo>
                    <a:pt x="548" y="112"/>
                  </a:lnTo>
                  <a:lnTo>
                    <a:pt x="551" y="114"/>
                  </a:lnTo>
                  <a:lnTo>
                    <a:pt x="557" y="115"/>
                  </a:lnTo>
                  <a:lnTo>
                    <a:pt x="560" y="117"/>
                  </a:lnTo>
                  <a:lnTo>
                    <a:pt x="563" y="119"/>
                  </a:lnTo>
                  <a:lnTo>
                    <a:pt x="557" y="119"/>
                  </a:lnTo>
                  <a:lnTo>
                    <a:pt x="539" y="133"/>
                  </a:lnTo>
                  <a:lnTo>
                    <a:pt x="520" y="145"/>
                  </a:lnTo>
                  <a:lnTo>
                    <a:pt x="499" y="154"/>
                  </a:lnTo>
                  <a:lnTo>
                    <a:pt x="499" y="161"/>
                  </a:lnTo>
                  <a:lnTo>
                    <a:pt x="518" y="164"/>
                  </a:lnTo>
                  <a:lnTo>
                    <a:pt x="527" y="154"/>
                  </a:lnTo>
                  <a:lnTo>
                    <a:pt x="536" y="149"/>
                  </a:lnTo>
                  <a:lnTo>
                    <a:pt x="548" y="147"/>
                  </a:lnTo>
                  <a:lnTo>
                    <a:pt x="560" y="147"/>
                  </a:lnTo>
                  <a:lnTo>
                    <a:pt x="576" y="145"/>
                  </a:lnTo>
                  <a:lnTo>
                    <a:pt x="577" y="140"/>
                  </a:lnTo>
                  <a:lnTo>
                    <a:pt x="579" y="135"/>
                  </a:lnTo>
                  <a:lnTo>
                    <a:pt x="583" y="129"/>
                  </a:lnTo>
                  <a:lnTo>
                    <a:pt x="586" y="126"/>
                  </a:lnTo>
                  <a:lnTo>
                    <a:pt x="591" y="138"/>
                  </a:lnTo>
                  <a:lnTo>
                    <a:pt x="597" y="147"/>
                  </a:lnTo>
                  <a:lnTo>
                    <a:pt x="605" y="154"/>
                  </a:lnTo>
                  <a:lnTo>
                    <a:pt x="618" y="157"/>
                  </a:lnTo>
                  <a:lnTo>
                    <a:pt x="621" y="154"/>
                  </a:lnTo>
                  <a:lnTo>
                    <a:pt x="623" y="152"/>
                  </a:lnTo>
                  <a:lnTo>
                    <a:pt x="626" y="150"/>
                  </a:lnTo>
                  <a:lnTo>
                    <a:pt x="628" y="149"/>
                  </a:lnTo>
                  <a:lnTo>
                    <a:pt x="632" y="149"/>
                  </a:lnTo>
                  <a:lnTo>
                    <a:pt x="633" y="149"/>
                  </a:lnTo>
                  <a:lnTo>
                    <a:pt x="637" y="154"/>
                  </a:lnTo>
                  <a:lnTo>
                    <a:pt x="639" y="157"/>
                  </a:lnTo>
                  <a:lnTo>
                    <a:pt x="640" y="161"/>
                  </a:lnTo>
                  <a:lnTo>
                    <a:pt x="646" y="159"/>
                  </a:lnTo>
                  <a:lnTo>
                    <a:pt x="651" y="156"/>
                  </a:lnTo>
                  <a:lnTo>
                    <a:pt x="654" y="152"/>
                  </a:lnTo>
                  <a:lnTo>
                    <a:pt x="659" y="150"/>
                  </a:lnTo>
                  <a:lnTo>
                    <a:pt x="663" y="149"/>
                  </a:lnTo>
                  <a:lnTo>
                    <a:pt x="682" y="154"/>
                  </a:lnTo>
                  <a:lnTo>
                    <a:pt x="698" y="166"/>
                  </a:lnTo>
                  <a:lnTo>
                    <a:pt x="714" y="178"/>
                  </a:lnTo>
                  <a:lnTo>
                    <a:pt x="729" y="189"/>
                  </a:lnTo>
                  <a:lnTo>
                    <a:pt x="735" y="189"/>
                  </a:lnTo>
                  <a:lnTo>
                    <a:pt x="740" y="189"/>
                  </a:lnTo>
                  <a:lnTo>
                    <a:pt x="743" y="187"/>
                  </a:lnTo>
                  <a:lnTo>
                    <a:pt x="749" y="185"/>
                  </a:lnTo>
                  <a:lnTo>
                    <a:pt x="752" y="184"/>
                  </a:lnTo>
                  <a:lnTo>
                    <a:pt x="755" y="184"/>
                  </a:lnTo>
                  <a:lnTo>
                    <a:pt x="759" y="187"/>
                  </a:lnTo>
                  <a:lnTo>
                    <a:pt x="762" y="191"/>
                  </a:lnTo>
                  <a:lnTo>
                    <a:pt x="766" y="196"/>
                  </a:lnTo>
                  <a:lnTo>
                    <a:pt x="769" y="203"/>
                  </a:lnTo>
                  <a:lnTo>
                    <a:pt x="771" y="206"/>
                  </a:lnTo>
                  <a:lnTo>
                    <a:pt x="768" y="208"/>
                  </a:lnTo>
                  <a:lnTo>
                    <a:pt x="764" y="210"/>
                  </a:lnTo>
                  <a:lnTo>
                    <a:pt x="764" y="210"/>
                  </a:lnTo>
                  <a:lnTo>
                    <a:pt x="762" y="211"/>
                  </a:lnTo>
                  <a:lnTo>
                    <a:pt x="762" y="213"/>
                  </a:lnTo>
                  <a:lnTo>
                    <a:pt x="761" y="215"/>
                  </a:lnTo>
                  <a:lnTo>
                    <a:pt x="759" y="218"/>
                  </a:lnTo>
                  <a:lnTo>
                    <a:pt x="771" y="218"/>
                  </a:lnTo>
                  <a:lnTo>
                    <a:pt x="787" y="220"/>
                  </a:lnTo>
                  <a:lnTo>
                    <a:pt x="803" y="220"/>
                  </a:lnTo>
                  <a:lnTo>
                    <a:pt x="817" y="220"/>
                  </a:lnTo>
                  <a:lnTo>
                    <a:pt x="825" y="222"/>
                  </a:lnTo>
                  <a:lnTo>
                    <a:pt x="834" y="232"/>
                  </a:lnTo>
                  <a:lnTo>
                    <a:pt x="843" y="243"/>
                  </a:lnTo>
                  <a:lnTo>
                    <a:pt x="851" y="253"/>
                  </a:lnTo>
                  <a:lnTo>
                    <a:pt x="851" y="218"/>
                  </a:lnTo>
                  <a:lnTo>
                    <a:pt x="860" y="218"/>
                  </a:lnTo>
                  <a:lnTo>
                    <a:pt x="867" y="218"/>
                  </a:lnTo>
                  <a:lnTo>
                    <a:pt x="872" y="217"/>
                  </a:lnTo>
                  <a:lnTo>
                    <a:pt x="879" y="215"/>
                  </a:lnTo>
                  <a:lnTo>
                    <a:pt x="879" y="211"/>
                  </a:lnTo>
                  <a:lnTo>
                    <a:pt x="848" y="211"/>
                  </a:lnTo>
                  <a:lnTo>
                    <a:pt x="846" y="206"/>
                  </a:lnTo>
                  <a:lnTo>
                    <a:pt x="845" y="205"/>
                  </a:lnTo>
                  <a:lnTo>
                    <a:pt x="843" y="201"/>
                  </a:lnTo>
                  <a:lnTo>
                    <a:pt x="841" y="198"/>
                  </a:lnTo>
                  <a:lnTo>
                    <a:pt x="841" y="192"/>
                  </a:lnTo>
                  <a:lnTo>
                    <a:pt x="845" y="192"/>
                  </a:lnTo>
                  <a:lnTo>
                    <a:pt x="845" y="189"/>
                  </a:lnTo>
                  <a:lnTo>
                    <a:pt x="890" y="184"/>
                  </a:lnTo>
                  <a:lnTo>
                    <a:pt x="890" y="196"/>
                  </a:lnTo>
                  <a:lnTo>
                    <a:pt x="895" y="199"/>
                  </a:lnTo>
                  <a:lnTo>
                    <a:pt x="899" y="205"/>
                  </a:lnTo>
                  <a:lnTo>
                    <a:pt x="902" y="208"/>
                  </a:lnTo>
                  <a:lnTo>
                    <a:pt x="906" y="215"/>
                  </a:lnTo>
                  <a:lnTo>
                    <a:pt x="925" y="215"/>
                  </a:lnTo>
                  <a:lnTo>
                    <a:pt x="937" y="218"/>
                  </a:lnTo>
                  <a:lnTo>
                    <a:pt x="949" y="220"/>
                  </a:lnTo>
                  <a:lnTo>
                    <a:pt x="961" y="222"/>
                  </a:lnTo>
                  <a:lnTo>
                    <a:pt x="979" y="222"/>
                  </a:lnTo>
                  <a:lnTo>
                    <a:pt x="981" y="220"/>
                  </a:lnTo>
                  <a:lnTo>
                    <a:pt x="982" y="218"/>
                  </a:lnTo>
                  <a:lnTo>
                    <a:pt x="984" y="217"/>
                  </a:lnTo>
                  <a:lnTo>
                    <a:pt x="986" y="215"/>
                  </a:lnTo>
                  <a:lnTo>
                    <a:pt x="986" y="203"/>
                  </a:lnTo>
                  <a:lnTo>
                    <a:pt x="1009" y="203"/>
                  </a:lnTo>
                  <a:lnTo>
                    <a:pt x="1016" y="218"/>
                  </a:lnTo>
                  <a:lnTo>
                    <a:pt x="1024" y="234"/>
                  </a:lnTo>
                  <a:lnTo>
                    <a:pt x="1026" y="227"/>
                  </a:lnTo>
                  <a:lnTo>
                    <a:pt x="1026" y="224"/>
                  </a:lnTo>
                  <a:lnTo>
                    <a:pt x="1028" y="218"/>
                  </a:lnTo>
                  <a:lnTo>
                    <a:pt x="1028" y="215"/>
                  </a:lnTo>
                  <a:lnTo>
                    <a:pt x="1040" y="215"/>
                  </a:lnTo>
                  <a:lnTo>
                    <a:pt x="1040" y="201"/>
                  </a:lnTo>
                  <a:lnTo>
                    <a:pt x="1040" y="185"/>
                  </a:lnTo>
                  <a:lnTo>
                    <a:pt x="1042" y="171"/>
                  </a:lnTo>
                  <a:lnTo>
                    <a:pt x="1040" y="164"/>
                  </a:lnTo>
                  <a:lnTo>
                    <a:pt x="1028" y="150"/>
                  </a:lnTo>
                  <a:lnTo>
                    <a:pt x="1019" y="135"/>
                  </a:lnTo>
                  <a:lnTo>
                    <a:pt x="1017" y="117"/>
                  </a:lnTo>
                  <a:lnTo>
                    <a:pt x="1021" y="100"/>
                  </a:lnTo>
                  <a:lnTo>
                    <a:pt x="1033" y="81"/>
                  </a:lnTo>
                  <a:lnTo>
                    <a:pt x="1042" y="77"/>
                  </a:lnTo>
                  <a:lnTo>
                    <a:pt x="1052" y="74"/>
                  </a:lnTo>
                  <a:lnTo>
                    <a:pt x="1063" y="72"/>
                  </a:lnTo>
                  <a:close/>
                  <a:moveTo>
                    <a:pt x="851" y="23"/>
                  </a:moveTo>
                  <a:lnTo>
                    <a:pt x="872" y="37"/>
                  </a:lnTo>
                  <a:lnTo>
                    <a:pt x="885" y="54"/>
                  </a:lnTo>
                  <a:lnTo>
                    <a:pt x="892" y="75"/>
                  </a:lnTo>
                  <a:lnTo>
                    <a:pt x="897" y="102"/>
                  </a:lnTo>
                  <a:lnTo>
                    <a:pt x="902" y="129"/>
                  </a:lnTo>
                  <a:lnTo>
                    <a:pt x="918" y="131"/>
                  </a:lnTo>
                  <a:lnTo>
                    <a:pt x="928" y="133"/>
                  </a:lnTo>
                  <a:lnTo>
                    <a:pt x="937" y="140"/>
                  </a:lnTo>
                  <a:lnTo>
                    <a:pt x="942" y="149"/>
                  </a:lnTo>
                  <a:lnTo>
                    <a:pt x="944" y="164"/>
                  </a:lnTo>
                  <a:lnTo>
                    <a:pt x="941" y="164"/>
                  </a:lnTo>
                  <a:lnTo>
                    <a:pt x="939" y="163"/>
                  </a:lnTo>
                  <a:lnTo>
                    <a:pt x="937" y="161"/>
                  </a:lnTo>
                  <a:lnTo>
                    <a:pt x="935" y="159"/>
                  </a:lnTo>
                  <a:lnTo>
                    <a:pt x="932" y="157"/>
                  </a:lnTo>
                  <a:lnTo>
                    <a:pt x="932" y="164"/>
                  </a:lnTo>
                  <a:lnTo>
                    <a:pt x="935" y="168"/>
                  </a:lnTo>
                  <a:lnTo>
                    <a:pt x="937" y="170"/>
                  </a:lnTo>
                  <a:lnTo>
                    <a:pt x="939" y="170"/>
                  </a:lnTo>
                  <a:lnTo>
                    <a:pt x="939" y="173"/>
                  </a:lnTo>
                  <a:lnTo>
                    <a:pt x="939" y="175"/>
                  </a:lnTo>
                  <a:lnTo>
                    <a:pt x="941" y="180"/>
                  </a:lnTo>
                  <a:lnTo>
                    <a:pt x="932" y="182"/>
                  </a:lnTo>
                  <a:lnTo>
                    <a:pt x="923" y="184"/>
                  </a:lnTo>
                  <a:lnTo>
                    <a:pt x="913" y="184"/>
                  </a:lnTo>
                  <a:lnTo>
                    <a:pt x="895" y="177"/>
                  </a:lnTo>
                  <a:lnTo>
                    <a:pt x="878" y="175"/>
                  </a:lnTo>
                  <a:lnTo>
                    <a:pt x="858" y="178"/>
                  </a:lnTo>
                  <a:lnTo>
                    <a:pt x="839" y="184"/>
                  </a:lnTo>
                  <a:lnTo>
                    <a:pt x="820" y="187"/>
                  </a:lnTo>
                  <a:lnTo>
                    <a:pt x="799" y="187"/>
                  </a:lnTo>
                  <a:lnTo>
                    <a:pt x="775" y="180"/>
                  </a:lnTo>
                  <a:lnTo>
                    <a:pt x="762" y="177"/>
                  </a:lnTo>
                  <a:lnTo>
                    <a:pt x="752" y="175"/>
                  </a:lnTo>
                  <a:lnTo>
                    <a:pt x="743" y="173"/>
                  </a:lnTo>
                  <a:lnTo>
                    <a:pt x="735" y="168"/>
                  </a:lnTo>
                  <a:lnTo>
                    <a:pt x="729" y="157"/>
                  </a:lnTo>
                  <a:lnTo>
                    <a:pt x="733" y="157"/>
                  </a:lnTo>
                  <a:lnTo>
                    <a:pt x="742" y="149"/>
                  </a:lnTo>
                  <a:lnTo>
                    <a:pt x="755" y="145"/>
                  </a:lnTo>
                  <a:lnTo>
                    <a:pt x="771" y="143"/>
                  </a:lnTo>
                  <a:lnTo>
                    <a:pt x="787" y="142"/>
                  </a:lnTo>
                  <a:lnTo>
                    <a:pt x="787" y="138"/>
                  </a:lnTo>
                  <a:lnTo>
                    <a:pt x="780" y="133"/>
                  </a:lnTo>
                  <a:lnTo>
                    <a:pt x="775" y="129"/>
                  </a:lnTo>
                  <a:lnTo>
                    <a:pt x="768" y="128"/>
                  </a:lnTo>
                  <a:lnTo>
                    <a:pt x="755" y="126"/>
                  </a:lnTo>
                  <a:lnTo>
                    <a:pt x="749" y="126"/>
                  </a:lnTo>
                  <a:lnTo>
                    <a:pt x="736" y="126"/>
                  </a:lnTo>
                  <a:lnTo>
                    <a:pt x="721" y="126"/>
                  </a:lnTo>
                  <a:lnTo>
                    <a:pt x="719" y="115"/>
                  </a:lnTo>
                  <a:lnTo>
                    <a:pt x="714" y="105"/>
                  </a:lnTo>
                  <a:lnTo>
                    <a:pt x="710" y="96"/>
                  </a:lnTo>
                  <a:lnTo>
                    <a:pt x="707" y="86"/>
                  </a:lnTo>
                  <a:lnTo>
                    <a:pt x="707" y="68"/>
                  </a:lnTo>
                  <a:lnTo>
                    <a:pt x="714" y="58"/>
                  </a:lnTo>
                  <a:lnTo>
                    <a:pt x="721" y="46"/>
                  </a:lnTo>
                  <a:lnTo>
                    <a:pt x="729" y="35"/>
                  </a:lnTo>
                  <a:lnTo>
                    <a:pt x="740" y="28"/>
                  </a:lnTo>
                  <a:lnTo>
                    <a:pt x="752" y="30"/>
                  </a:lnTo>
                  <a:lnTo>
                    <a:pt x="755" y="30"/>
                  </a:lnTo>
                  <a:lnTo>
                    <a:pt x="755" y="33"/>
                  </a:lnTo>
                  <a:lnTo>
                    <a:pt x="755" y="35"/>
                  </a:lnTo>
                  <a:lnTo>
                    <a:pt x="754" y="35"/>
                  </a:lnTo>
                  <a:lnTo>
                    <a:pt x="754" y="37"/>
                  </a:lnTo>
                  <a:lnTo>
                    <a:pt x="754" y="37"/>
                  </a:lnTo>
                  <a:lnTo>
                    <a:pt x="755" y="39"/>
                  </a:lnTo>
                  <a:lnTo>
                    <a:pt x="755" y="42"/>
                  </a:lnTo>
                  <a:lnTo>
                    <a:pt x="764" y="42"/>
                  </a:lnTo>
                  <a:lnTo>
                    <a:pt x="776" y="42"/>
                  </a:lnTo>
                  <a:lnTo>
                    <a:pt x="787" y="42"/>
                  </a:lnTo>
                  <a:lnTo>
                    <a:pt x="794" y="42"/>
                  </a:lnTo>
                  <a:lnTo>
                    <a:pt x="797" y="44"/>
                  </a:lnTo>
                  <a:lnTo>
                    <a:pt x="799" y="46"/>
                  </a:lnTo>
                  <a:lnTo>
                    <a:pt x="801" y="49"/>
                  </a:lnTo>
                  <a:lnTo>
                    <a:pt x="803" y="53"/>
                  </a:lnTo>
                  <a:lnTo>
                    <a:pt x="806" y="54"/>
                  </a:lnTo>
                  <a:lnTo>
                    <a:pt x="810" y="58"/>
                  </a:lnTo>
                  <a:lnTo>
                    <a:pt x="811" y="53"/>
                  </a:lnTo>
                  <a:lnTo>
                    <a:pt x="813" y="51"/>
                  </a:lnTo>
                  <a:lnTo>
                    <a:pt x="817" y="49"/>
                  </a:lnTo>
                  <a:lnTo>
                    <a:pt x="818" y="47"/>
                  </a:lnTo>
                  <a:lnTo>
                    <a:pt x="824" y="47"/>
                  </a:lnTo>
                  <a:lnTo>
                    <a:pt x="829" y="46"/>
                  </a:lnTo>
                  <a:lnTo>
                    <a:pt x="836" y="60"/>
                  </a:lnTo>
                  <a:lnTo>
                    <a:pt x="843" y="70"/>
                  </a:lnTo>
                  <a:lnTo>
                    <a:pt x="848" y="77"/>
                  </a:lnTo>
                  <a:lnTo>
                    <a:pt x="850" y="72"/>
                  </a:lnTo>
                  <a:lnTo>
                    <a:pt x="851" y="67"/>
                  </a:lnTo>
                  <a:lnTo>
                    <a:pt x="851" y="61"/>
                  </a:lnTo>
                  <a:lnTo>
                    <a:pt x="851" y="54"/>
                  </a:lnTo>
                  <a:lnTo>
                    <a:pt x="845" y="44"/>
                  </a:lnTo>
                  <a:lnTo>
                    <a:pt x="846" y="33"/>
                  </a:lnTo>
                  <a:lnTo>
                    <a:pt x="851" y="23"/>
                  </a:lnTo>
                  <a:close/>
                  <a:moveTo>
                    <a:pt x="871" y="7"/>
                  </a:moveTo>
                  <a:lnTo>
                    <a:pt x="879" y="7"/>
                  </a:lnTo>
                  <a:lnTo>
                    <a:pt x="886" y="9"/>
                  </a:lnTo>
                  <a:lnTo>
                    <a:pt x="893" y="11"/>
                  </a:lnTo>
                  <a:lnTo>
                    <a:pt x="899" y="14"/>
                  </a:lnTo>
                  <a:lnTo>
                    <a:pt x="900" y="19"/>
                  </a:lnTo>
                  <a:lnTo>
                    <a:pt x="900" y="23"/>
                  </a:lnTo>
                  <a:lnTo>
                    <a:pt x="902" y="28"/>
                  </a:lnTo>
                  <a:lnTo>
                    <a:pt x="902" y="35"/>
                  </a:lnTo>
                  <a:lnTo>
                    <a:pt x="897" y="35"/>
                  </a:lnTo>
                  <a:lnTo>
                    <a:pt x="893" y="37"/>
                  </a:lnTo>
                  <a:lnTo>
                    <a:pt x="888" y="37"/>
                  </a:lnTo>
                  <a:lnTo>
                    <a:pt x="883" y="39"/>
                  </a:lnTo>
                  <a:lnTo>
                    <a:pt x="874" y="30"/>
                  </a:lnTo>
                  <a:lnTo>
                    <a:pt x="864" y="23"/>
                  </a:lnTo>
                  <a:lnTo>
                    <a:pt x="871" y="7"/>
                  </a:lnTo>
                  <a:close/>
                  <a:moveTo>
                    <a:pt x="4266" y="0"/>
                  </a:moveTo>
                  <a:lnTo>
                    <a:pt x="4285" y="0"/>
                  </a:lnTo>
                  <a:lnTo>
                    <a:pt x="4301" y="4"/>
                  </a:lnTo>
                  <a:lnTo>
                    <a:pt x="4316" y="7"/>
                  </a:lnTo>
                  <a:lnTo>
                    <a:pt x="4320" y="23"/>
                  </a:lnTo>
                  <a:lnTo>
                    <a:pt x="4269" y="23"/>
                  </a:lnTo>
                  <a:lnTo>
                    <a:pt x="4267" y="18"/>
                  </a:lnTo>
                  <a:lnTo>
                    <a:pt x="4267" y="13"/>
                  </a:lnTo>
                  <a:lnTo>
                    <a:pt x="4266" y="7"/>
                  </a:lnTo>
                  <a:lnTo>
                    <a:pt x="426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E50827A2-A057-460E-864B-86A83328F7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5438" y="1790700"/>
              <a:ext cx="6908800" cy="3509963"/>
            </a:xfrm>
            <a:custGeom>
              <a:avLst/>
              <a:gdLst>
                <a:gd name="T0" fmla="*/ 660 w 4352"/>
                <a:gd name="T1" fmla="*/ 268 h 2211"/>
                <a:gd name="T2" fmla="*/ 761 w 4352"/>
                <a:gd name="T3" fmla="*/ 293 h 2211"/>
                <a:gd name="T4" fmla="*/ 891 w 4352"/>
                <a:gd name="T5" fmla="*/ 513 h 2211"/>
                <a:gd name="T6" fmla="*/ 763 w 4352"/>
                <a:gd name="T7" fmla="*/ 572 h 2211"/>
                <a:gd name="T8" fmla="*/ 541 w 4352"/>
                <a:gd name="T9" fmla="*/ 326 h 2211"/>
                <a:gd name="T10" fmla="*/ 381 w 4352"/>
                <a:gd name="T11" fmla="*/ 211 h 2211"/>
                <a:gd name="T12" fmla="*/ 442 w 4352"/>
                <a:gd name="T13" fmla="*/ 265 h 2211"/>
                <a:gd name="T14" fmla="*/ 20 w 4352"/>
                <a:gd name="T15" fmla="*/ 288 h 2211"/>
                <a:gd name="T16" fmla="*/ 452 w 4352"/>
                <a:gd name="T17" fmla="*/ 157 h 2211"/>
                <a:gd name="T18" fmla="*/ 3751 w 4352"/>
                <a:gd name="T19" fmla="*/ 141 h 2211"/>
                <a:gd name="T20" fmla="*/ 320 w 4352"/>
                <a:gd name="T21" fmla="*/ 123 h 2211"/>
                <a:gd name="T22" fmla="*/ 299 w 4352"/>
                <a:gd name="T23" fmla="*/ 143 h 2211"/>
                <a:gd name="T24" fmla="*/ 163 w 4352"/>
                <a:gd name="T25" fmla="*/ 127 h 2211"/>
                <a:gd name="T26" fmla="*/ 140 w 4352"/>
                <a:gd name="T27" fmla="*/ 101 h 2211"/>
                <a:gd name="T28" fmla="*/ 3675 w 4352"/>
                <a:gd name="T29" fmla="*/ 153 h 2211"/>
                <a:gd name="T30" fmla="*/ 639 w 4352"/>
                <a:gd name="T31" fmla="*/ 162 h 2211"/>
                <a:gd name="T32" fmla="*/ 508 w 4352"/>
                <a:gd name="T33" fmla="*/ 150 h 2211"/>
                <a:gd name="T34" fmla="*/ 404 w 4352"/>
                <a:gd name="T35" fmla="*/ 89 h 2211"/>
                <a:gd name="T36" fmla="*/ 180 w 4352"/>
                <a:gd name="T37" fmla="*/ 82 h 2211"/>
                <a:gd name="T38" fmla="*/ 2683 w 4352"/>
                <a:gd name="T39" fmla="*/ 75 h 2211"/>
                <a:gd name="T40" fmla="*/ 2475 w 4352"/>
                <a:gd name="T41" fmla="*/ 199 h 2211"/>
                <a:gd name="T42" fmla="*/ 407 w 4352"/>
                <a:gd name="T43" fmla="*/ 52 h 2211"/>
                <a:gd name="T44" fmla="*/ 3303 w 4352"/>
                <a:gd name="T45" fmla="*/ 117 h 2211"/>
                <a:gd name="T46" fmla="*/ 3357 w 4352"/>
                <a:gd name="T47" fmla="*/ 195 h 2211"/>
                <a:gd name="T48" fmla="*/ 3540 w 4352"/>
                <a:gd name="T49" fmla="*/ 305 h 2211"/>
                <a:gd name="T50" fmla="*/ 3767 w 4352"/>
                <a:gd name="T51" fmla="*/ 261 h 2211"/>
                <a:gd name="T52" fmla="*/ 4073 w 4352"/>
                <a:gd name="T53" fmla="*/ 364 h 2211"/>
                <a:gd name="T54" fmla="*/ 4312 w 4352"/>
                <a:gd name="T55" fmla="*/ 511 h 2211"/>
                <a:gd name="T56" fmla="*/ 4193 w 4352"/>
                <a:gd name="T57" fmla="*/ 539 h 2211"/>
                <a:gd name="T58" fmla="*/ 4015 w 4352"/>
                <a:gd name="T59" fmla="*/ 677 h 2211"/>
                <a:gd name="T60" fmla="*/ 3874 w 4352"/>
                <a:gd name="T61" fmla="*/ 780 h 2211"/>
                <a:gd name="T62" fmla="*/ 3928 w 4352"/>
                <a:gd name="T63" fmla="*/ 640 h 2211"/>
                <a:gd name="T64" fmla="*/ 3622 w 4352"/>
                <a:gd name="T65" fmla="*/ 768 h 2211"/>
                <a:gd name="T66" fmla="*/ 3591 w 4352"/>
                <a:gd name="T67" fmla="*/ 1045 h 2211"/>
                <a:gd name="T68" fmla="*/ 3456 w 4352"/>
                <a:gd name="T69" fmla="*/ 1122 h 2211"/>
                <a:gd name="T70" fmla="*/ 3402 w 4352"/>
                <a:gd name="T71" fmla="*/ 1218 h 2211"/>
                <a:gd name="T72" fmla="*/ 3245 w 4352"/>
                <a:gd name="T73" fmla="*/ 1413 h 2211"/>
                <a:gd name="T74" fmla="*/ 3168 w 4352"/>
                <a:gd name="T75" fmla="*/ 1686 h 2211"/>
                <a:gd name="T76" fmla="*/ 2987 w 4352"/>
                <a:gd name="T77" fmla="*/ 1387 h 2211"/>
                <a:gd name="T78" fmla="*/ 2720 w 4352"/>
                <a:gd name="T79" fmla="*/ 1406 h 2211"/>
                <a:gd name="T80" fmla="*/ 2434 w 4352"/>
                <a:gd name="T81" fmla="*/ 1335 h 2211"/>
                <a:gd name="T82" fmla="*/ 2339 w 4352"/>
                <a:gd name="T83" fmla="*/ 1523 h 2211"/>
                <a:gd name="T84" fmla="*/ 2231 w 4352"/>
                <a:gd name="T85" fmla="*/ 1378 h 2211"/>
                <a:gd name="T86" fmla="*/ 2310 w 4352"/>
                <a:gd name="T87" fmla="*/ 1714 h 2211"/>
                <a:gd name="T88" fmla="*/ 2001 w 4352"/>
                <a:gd name="T89" fmla="*/ 2208 h 2211"/>
                <a:gd name="T90" fmla="*/ 1920 w 4352"/>
                <a:gd name="T91" fmla="*/ 1862 h 2211"/>
                <a:gd name="T92" fmla="*/ 1625 w 4352"/>
                <a:gd name="T93" fmla="*/ 1644 h 2211"/>
                <a:gd name="T94" fmla="*/ 1636 w 4352"/>
                <a:gd name="T95" fmla="*/ 1195 h 2211"/>
                <a:gd name="T96" fmla="*/ 1709 w 4352"/>
                <a:gd name="T97" fmla="*/ 1028 h 2211"/>
                <a:gd name="T98" fmla="*/ 1793 w 4352"/>
                <a:gd name="T99" fmla="*/ 865 h 2211"/>
                <a:gd name="T100" fmla="*/ 1973 w 4352"/>
                <a:gd name="T101" fmla="*/ 801 h 2211"/>
                <a:gd name="T102" fmla="*/ 2118 w 4352"/>
                <a:gd name="T103" fmla="*/ 659 h 2211"/>
                <a:gd name="T104" fmla="*/ 1997 w 4352"/>
                <a:gd name="T105" fmla="*/ 686 h 2211"/>
                <a:gd name="T106" fmla="*/ 1831 w 4352"/>
                <a:gd name="T107" fmla="*/ 577 h 2211"/>
                <a:gd name="T108" fmla="*/ 2041 w 4352"/>
                <a:gd name="T109" fmla="*/ 342 h 2211"/>
                <a:gd name="T110" fmla="*/ 2259 w 4352"/>
                <a:gd name="T111" fmla="*/ 391 h 2211"/>
                <a:gd name="T112" fmla="*/ 2278 w 4352"/>
                <a:gd name="T113" fmla="*/ 499 h 2211"/>
                <a:gd name="T114" fmla="*/ 2439 w 4352"/>
                <a:gd name="T115" fmla="*/ 387 h 2211"/>
                <a:gd name="T116" fmla="*/ 2566 w 4352"/>
                <a:gd name="T117" fmla="*/ 382 h 2211"/>
                <a:gd name="T118" fmla="*/ 2667 w 4352"/>
                <a:gd name="T119" fmla="*/ 261 h 2211"/>
                <a:gd name="T120" fmla="*/ 2737 w 4352"/>
                <a:gd name="T121" fmla="*/ 467 h 2211"/>
                <a:gd name="T122" fmla="*/ 2861 w 4352"/>
                <a:gd name="T123" fmla="*/ 275 h 2211"/>
                <a:gd name="T124" fmla="*/ 3161 w 4352"/>
                <a:gd name="T125" fmla="*/ 17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52" h="2211">
                  <a:moveTo>
                    <a:pt x="2697" y="200"/>
                  </a:moveTo>
                  <a:lnTo>
                    <a:pt x="2708" y="204"/>
                  </a:lnTo>
                  <a:lnTo>
                    <a:pt x="2708" y="211"/>
                  </a:lnTo>
                  <a:lnTo>
                    <a:pt x="2704" y="211"/>
                  </a:lnTo>
                  <a:lnTo>
                    <a:pt x="2702" y="213"/>
                  </a:lnTo>
                  <a:lnTo>
                    <a:pt x="2701" y="214"/>
                  </a:lnTo>
                  <a:lnTo>
                    <a:pt x="2699" y="214"/>
                  </a:lnTo>
                  <a:lnTo>
                    <a:pt x="2697" y="214"/>
                  </a:lnTo>
                  <a:lnTo>
                    <a:pt x="2694" y="214"/>
                  </a:lnTo>
                  <a:lnTo>
                    <a:pt x="2694" y="209"/>
                  </a:lnTo>
                  <a:lnTo>
                    <a:pt x="2694" y="206"/>
                  </a:lnTo>
                  <a:lnTo>
                    <a:pt x="2695" y="204"/>
                  </a:lnTo>
                  <a:lnTo>
                    <a:pt x="2697" y="200"/>
                  </a:lnTo>
                  <a:close/>
                  <a:moveTo>
                    <a:pt x="562" y="192"/>
                  </a:moveTo>
                  <a:lnTo>
                    <a:pt x="562" y="195"/>
                  </a:lnTo>
                  <a:lnTo>
                    <a:pt x="566" y="195"/>
                  </a:lnTo>
                  <a:lnTo>
                    <a:pt x="564" y="213"/>
                  </a:lnTo>
                  <a:lnTo>
                    <a:pt x="566" y="228"/>
                  </a:lnTo>
                  <a:lnTo>
                    <a:pt x="573" y="242"/>
                  </a:lnTo>
                  <a:lnTo>
                    <a:pt x="576" y="244"/>
                  </a:lnTo>
                  <a:lnTo>
                    <a:pt x="580" y="244"/>
                  </a:lnTo>
                  <a:lnTo>
                    <a:pt x="583" y="246"/>
                  </a:lnTo>
                  <a:lnTo>
                    <a:pt x="589" y="246"/>
                  </a:lnTo>
                  <a:lnTo>
                    <a:pt x="589" y="204"/>
                  </a:lnTo>
                  <a:lnTo>
                    <a:pt x="615" y="204"/>
                  </a:lnTo>
                  <a:lnTo>
                    <a:pt x="620" y="216"/>
                  </a:lnTo>
                  <a:lnTo>
                    <a:pt x="627" y="228"/>
                  </a:lnTo>
                  <a:lnTo>
                    <a:pt x="634" y="239"/>
                  </a:lnTo>
                  <a:lnTo>
                    <a:pt x="646" y="242"/>
                  </a:lnTo>
                  <a:lnTo>
                    <a:pt x="646" y="247"/>
                  </a:lnTo>
                  <a:lnTo>
                    <a:pt x="648" y="258"/>
                  </a:lnTo>
                  <a:lnTo>
                    <a:pt x="650" y="270"/>
                  </a:lnTo>
                  <a:lnTo>
                    <a:pt x="650" y="277"/>
                  </a:lnTo>
                  <a:lnTo>
                    <a:pt x="653" y="275"/>
                  </a:lnTo>
                  <a:lnTo>
                    <a:pt x="655" y="275"/>
                  </a:lnTo>
                  <a:lnTo>
                    <a:pt x="655" y="275"/>
                  </a:lnTo>
                  <a:lnTo>
                    <a:pt x="657" y="274"/>
                  </a:lnTo>
                  <a:lnTo>
                    <a:pt x="658" y="272"/>
                  </a:lnTo>
                  <a:lnTo>
                    <a:pt x="660" y="268"/>
                  </a:lnTo>
                  <a:lnTo>
                    <a:pt x="662" y="263"/>
                  </a:lnTo>
                  <a:lnTo>
                    <a:pt x="664" y="258"/>
                  </a:lnTo>
                  <a:lnTo>
                    <a:pt x="665" y="254"/>
                  </a:lnTo>
                  <a:lnTo>
                    <a:pt x="669" y="251"/>
                  </a:lnTo>
                  <a:lnTo>
                    <a:pt x="672" y="249"/>
                  </a:lnTo>
                  <a:lnTo>
                    <a:pt x="678" y="247"/>
                  </a:lnTo>
                  <a:lnTo>
                    <a:pt x="681" y="244"/>
                  </a:lnTo>
                  <a:lnTo>
                    <a:pt x="685" y="242"/>
                  </a:lnTo>
                  <a:lnTo>
                    <a:pt x="681" y="242"/>
                  </a:lnTo>
                  <a:lnTo>
                    <a:pt x="681" y="239"/>
                  </a:lnTo>
                  <a:lnTo>
                    <a:pt x="672" y="242"/>
                  </a:lnTo>
                  <a:lnTo>
                    <a:pt x="667" y="246"/>
                  </a:lnTo>
                  <a:lnTo>
                    <a:pt x="660" y="251"/>
                  </a:lnTo>
                  <a:lnTo>
                    <a:pt x="650" y="254"/>
                  </a:lnTo>
                  <a:lnTo>
                    <a:pt x="648" y="239"/>
                  </a:lnTo>
                  <a:lnTo>
                    <a:pt x="646" y="228"/>
                  </a:lnTo>
                  <a:lnTo>
                    <a:pt x="643" y="219"/>
                  </a:lnTo>
                  <a:lnTo>
                    <a:pt x="639" y="207"/>
                  </a:lnTo>
                  <a:lnTo>
                    <a:pt x="643" y="206"/>
                  </a:lnTo>
                  <a:lnTo>
                    <a:pt x="644" y="206"/>
                  </a:lnTo>
                  <a:lnTo>
                    <a:pt x="648" y="204"/>
                  </a:lnTo>
                  <a:lnTo>
                    <a:pt x="653" y="204"/>
                  </a:lnTo>
                  <a:lnTo>
                    <a:pt x="658" y="207"/>
                  </a:lnTo>
                  <a:lnTo>
                    <a:pt x="662" y="209"/>
                  </a:lnTo>
                  <a:lnTo>
                    <a:pt x="667" y="211"/>
                  </a:lnTo>
                  <a:lnTo>
                    <a:pt x="672" y="213"/>
                  </a:lnTo>
                  <a:lnTo>
                    <a:pt x="678" y="214"/>
                  </a:lnTo>
                  <a:lnTo>
                    <a:pt x="685" y="226"/>
                  </a:lnTo>
                  <a:lnTo>
                    <a:pt x="692" y="240"/>
                  </a:lnTo>
                  <a:lnTo>
                    <a:pt x="697" y="253"/>
                  </a:lnTo>
                  <a:lnTo>
                    <a:pt x="704" y="261"/>
                  </a:lnTo>
                  <a:lnTo>
                    <a:pt x="707" y="263"/>
                  </a:lnTo>
                  <a:lnTo>
                    <a:pt x="713" y="263"/>
                  </a:lnTo>
                  <a:lnTo>
                    <a:pt x="718" y="263"/>
                  </a:lnTo>
                  <a:lnTo>
                    <a:pt x="723" y="263"/>
                  </a:lnTo>
                  <a:lnTo>
                    <a:pt x="726" y="263"/>
                  </a:lnTo>
                  <a:lnTo>
                    <a:pt x="730" y="265"/>
                  </a:lnTo>
                  <a:lnTo>
                    <a:pt x="747" y="277"/>
                  </a:lnTo>
                  <a:lnTo>
                    <a:pt x="761" y="293"/>
                  </a:lnTo>
                  <a:lnTo>
                    <a:pt x="777" y="307"/>
                  </a:lnTo>
                  <a:lnTo>
                    <a:pt x="777" y="319"/>
                  </a:lnTo>
                  <a:lnTo>
                    <a:pt x="791" y="324"/>
                  </a:lnTo>
                  <a:lnTo>
                    <a:pt x="803" y="331"/>
                  </a:lnTo>
                  <a:lnTo>
                    <a:pt x="810" y="342"/>
                  </a:lnTo>
                  <a:lnTo>
                    <a:pt x="819" y="354"/>
                  </a:lnTo>
                  <a:lnTo>
                    <a:pt x="826" y="366"/>
                  </a:lnTo>
                  <a:lnTo>
                    <a:pt x="835" y="377"/>
                  </a:lnTo>
                  <a:lnTo>
                    <a:pt x="829" y="384"/>
                  </a:lnTo>
                  <a:lnTo>
                    <a:pt x="826" y="387"/>
                  </a:lnTo>
                  <a:lnTo>
                    <a:pt x="824" y="392"/>
                  </a:lnTo>
                  <a:lnTo>
                    <a:pt x="822" y="396"/>
                  </a:lnTo>
                  <a:lnTo>
                    <a:pt x="829" y="408"/>
                  </a:lnTo>
                  <a:lnTo>
                    <a:pt x="840" y="417"/>
                  </a:lnTo>
                  <a:lnTo>
                    <a:pt x="854" y="422"/>
                  </a:lnTo>
                  <a:lnTo>
                    <a:pt x="854" y="427"/>
                  </a:lnTo>
                  <a:lnTo>
                    <a:pt x="854" y="429"/>
                  </a:lnTo>
                  <a:lnTo>
                    <a:pt x="856" y="431"/>
                  </a:lnTo>
                  <a:lnTo>
                    <a:pt x="856" y="432"/>
                  </a:lnTo>
                  <a:lnTo>
                    <a:pt x="857" y="434"/>
                  </a:lnTo>
                  <a:lnTo>
                    <a:pt x="861" y="436"/>
                  </a:lnTo>
                  <a:lnTo>
                    <a:pt x="864" y="439"/>
                  </a:lnTo>
                  <a:lnTo>
                    <a:pt x="870" y="441"/>
                  </a:lnTo>
                  <a:lnTo>
                    <a:pt x="873" y="443"/>
                  </a:lnTo>
                  <a:lnTo>
                    <a:pt x="877" y="446"/>
                  </a:lnTo>
                  <a:lnTo>
                    <a:pt x="878" y="448"/>
                  </a:lnTo>
                  <a:lnTo>
                    <a:pt x="880" y="452"/>
                  </a:lnTo>
                  <a:lnTo>
                    <a:pt x="878" y="453"/>
                  </a:lnTo>
                  <a:lnTo>
                    <a:pt x="878" y="455"/>
                  </a:lnTo>
                  <a:lnTo>
                    <a:pt x="878" y="455"/>
                  </a:lnTo>
                  <a:lnTo>
                    <a:pt x="878" y="457"/>
                  </a:lnTo>
                  <a:lnTo>
                    <a:pt x="880" y="459"/>
                  </a:lnTo>
                  <a:lnTo>
                    <a:pt x="884" y="460"/>
                  </a:lnTo>
                  <a:lnTo>
                    <a:pt x="889" y="462"/>
                  </a:lnTo>
                  <a:lnTo>
                    <a:pt x="892" y="464"/>
                  </a:lnTo>
                  <a:lnTo>
                    <a:pt x="898" y="464"/>
                  </a:lnTo>
                  <a:lnTo>
                    <a:pt x="903" y="464"/>
                  </a:lnTo>
                  <a:lnTo>
                    <a:pt x="896" y="511"/>
                  </a:lnTo>
                  <a:lnTo>
                    <a:pt x="891" y="513"/>
                  </a:lnTo>
                  <a:lnTo>
                    <a:pt x="885" y="513"/>
                  </a:lnTo>
                  <a:lnTo>
                    <a:pt x="880" y="514"/>
                  </a:lnTo>
                  <a:lnTo>
                    <a:pt x="873" y="514"/>
                  </a:lnTo>
                  <a:lnTo>
                    <a:pt x="866" y="506"/>
                  </a:lnTo>
                  <a:lnTo>
                    <a:pt x="857" y="497"/>
                  </a:lnTo>
                  <a:lnTo>
                    <a:pt x="850" y="488"/>
                  </a:lnTo>
                  <a:lnTo>
                    <a:pt x="845" y="476"/>
                  </a:lnTo>
                  <a:lnTo>
                    <a:pt x="838" y="476"/>
                  </a:lnTo>
                  <a:lnTo>
                    <a:pt x="833" y="478"/>
                  </a:lnTo>
                  <a:lnTo>
                    <a:pt x="828" y="478"/>
                  </a:lnTo>
                  <a:lnTo>
                    <a:pt x="822" y="480"/>
                  </a:lnTo>
                  <a:lnTo>
                    <a:pt x="831" y="507"/>
                  </a:lnTo>
                  <a:lnTo>
                    <a:pt x="838" y="537"/>
                  </a:lnTo>
                  <a:lnTo>
                    <a:pt x="850" y="537"/>
                  </a:lnTo>
                  <a:lnTo>
                    <a:pt x="857" y="551"/>
                  </a:lnTo>
                  <a:lnTo>
                    <a:pt x="863" y="565"/>
                  </a:lnTo>
                  <a:lnTo>
                    <a:pt x="864" y="584"/>
                  </a:lnTo>
                  <a:lnTo>
                    <a:pt x="863" y="586"/>
                  </a:lnTo>
                  <a:lnTo>
                    <a:pt x="861" y="588"/>
                  </a:lnTo>
                  <a:lnTo>
                    <a:pt x="861" y="590"/>
                  </a:lnTo>
                  <a:lnTo>
                    <a:pt x="859" y="591"/>
                  </a:lnTo>
                  <a:lnTo>
                    <a:pt x="857" y="593"/>
                  </a:lnTo>
                  <a:lnTo>
                    <a:pt x="854" y="595"/>
                  </a:lnTo>
                  <a:lnTo>
                    <a:pt x="847" y="591"/>
                  </a:lnTo>
                  <a:lnTo>
                    <a:pt x="838" y="586"/>
                  </a:lnTo>
                  <a:lnTo>
                    <a:pt x="829" y="581"/>
                  </a:lnTo>
                  <a:lnTo>
                    <a:pt x="822" y="577"/>
                  </a:lnTo>
                  <a:lnTo>
                    <a:pt x="819" y="576"/>
                  </a:lnTo>
                  <a:lnTo>
                    <a:pt x="816" y="576"/>
                  </a:lnTo>
                  <a:lnTo>
                    <a:pt x="826" y="590"/>
                  </a:lnTo>
                  <a:lnTo>
                    <a:pt x="835" y="602"/>
                  </a:lnTo>
                  <a:lnTo>
                    <a:pt x="842" y="617"/>
                  </a:lnTo>
                  <a:lnTo>
                    <a:pt x="838" y="617"/>
                  </a:lnTo>
                  <a:lnTo>
                    <a:pt x="826" y="612"/>
                  </a:lnTo>
                  <a:lnTo>
                    <a:pt x="810" y="609"/>
                  </a:lnTo>
                  <a:lnTo>
                    <a:pt x="793" y="605"/>
                  </a:lnTo>
                  <a:lnTo>
                    <a:pt x="781" y="598"/>
                  </a:lnTo>
                  <a:lnTo>
                    <a:pt x="770" y="588"/>
                  </a:lnTo>
                  <a:lnTo>
                    <a:pt x="763" y="572"/>
                  </a:lnTo>
                  <a:lnTo>
                    <a:pt x="756" y="558"/>
                  </a:lnTo>
                  <a:lnTo>
                    <a:pt x="746" y="544"/>
                  </a:lnTo>
                  <a:lnTo>
                    <a:pt x="735" y="534"/>
                  </a:lnTo>
                  <a:lnTo>
                    <a:pt x="720" y="542"/>
                  </a:lnTo>
                  <a:lnTo>
                    <a:pt x="702" y="548"/>
                  </a:lnTo>
                  <a:lnTo>
                    <a:pt x="681" y="549"/>
                  </a:lnTo>
                  <a:lnTo>
                    <a:pt x="679" y="544"/>
                  </a:lnTo>
                  <a:lnTo>
                    <a:pt x="678" y="539"/>
                  </a:lnTo>
                  <a:lnTo>
                    <a:pt x="678" y="534"/>
                  </a:lnTo>
                  <a:lnTo>
                    <a:pt x="678" y="527"/>
                  </a:lnTo>
                  <a:lnTo>
                    <a:pt x="693" y="521"/>
                  </a:lnTo>
                  <a:lnTo>
                    <a:pt x="713" y="516"/>
                  </a:lnTo>
                  <a:lnTo>
                    <a:pt x="730" y="511"/>
                  </a:lnTo>
                  <a:lnTo>
                    <a:pt x="735" y="501"/>
                  </a:lnTo>
                  <a:lnTo>
                    <a:pt x="740" y="487"/>
                  </a:lnTo>
                  <a:lnTo>
                    <a:pt x="746" y="471"/>
                  </a:lnTo>
                  <a:lnTo>
                    <a:pt x="749" y="455"/>
                  </a:lnTo>
                  <a:lnTo>
                    <a:pt x="751" y="443"/>
                  </a:lnTo>
                  <a:lnTo>
                    <a:pt x="749" y="434"/>
                  </a:lnTo>
                  <a:lnTo>
                    <a:pt x="742" y="422"/>
                  </a:lnTo>
                  <a:lnTo>
                    <a:pt x="733" y="415"/>
                  </a:lnTo>
                  <a:lnTo>
                    <a:pt x="723" y="408"/>
                  </a:lnTo>
                  <a:lnTo>
                    <a:pt x="716" y="399"/>
                  </a:lnTo>
                  <a:lnTo>
                    <a:pt x="707" y="357"/>
                  </a:lnTo>
                  <a:lnTo>
                    <a:pt x="693" y="354"/>
                  </a:lnTo>
                  <a:lnTo>
                    <a:pt x="683" y="347"/>
                  </a:lnTo>
                  <a:lnTo>
                    <a:pt x="674" y="340"/>
                  </a:lnTo>
                  <a:lnTo>
                    <a:pt x="665" y="338"/>
                  </a:lnTo>
                  <a:lnTo>
                    <a:pt x="657" y="342"/>
                  </a:lnTo>
                  <a:lnTo>
                    <a:pt x="651" y="347"/>
                  </a:lnTo>
                  <a:lnTo>
                    <a:pt x="646" y="352"/>
                  </a:lnTo>
                  <a:lnTo>
                    <a:pt x="639" y="357"/>
                  </a:lnTo>
                  <a:lnTo>
                    <a:pt x="627" y="361"/>
                  </a:lnTo>
                  <a:lnTo>
                    <a:pt x="615" y="354"/>
                  </a:lnTo>
                  <a:lnTo>
                    <a:pt x="599" y="349"/>
                  </a:lnTo>
                  <a:lnTo>
                    <a:pt x="582" y="345"/>
                  </a:lnTo>
                  <a:lnTo>
                    <a:pt x="566" y="340"/>
                  </a:lnTo>
                  <a:lnTo>
                    <a:pt x="552" y="335"/>
                  </a:lnTo>
                  <a:lnTo>
                    <a:pt x="541" y="326"/>
                  </a:lnTo>
                  <a:lnTo>
                    <a:pt x="534" y="312"/>
                  </a:lnTo>
                  <a:lnTo>
                    <a:pt x="536" y="310"/>
                  </a:lnTo>
                  <a:lnTo>
                    <a:pt x="536" y="309"/>
                  </a:lnTo>
                  <a:lnTo>
                    <a:pt x="538" y="309"/>
                  </a:lnTo>
                  <a:lnTo>
                    <a:pt x="538" y="307"/>
                  </a:lnTo>
                  <a:lnTo>
                    <a:pt x="538" y="303"/>
                  </a:lnTo>
                  <a:lnTo>
                    <a:pt x="531" y="302"/>
                  </a:lnTo>
                  <a:lnTo>
                    <a:pt x="524" y="300"/>
                  </a:lnTo>
                  <a:lnTo>
                    <a:pt x="519" y="296"/>
                  </a:lnTo>
                  <a:lnTo>
                    <a:pt x="515" y="291"/>
                  </a:lnTo>
                  <a:lnTo>
                    <a:pt x="512" y="284"/>
                  </a:lnTo>
                  <a:lnTo>
                    <a:pt x="521" y="267"/>
                  </a:lnTo>
                  <a:lnTo>
                    <a:pt x="528" y="244"/>
                  </a:lnTo>
                  <a:lnTo>
                    <a:pt x="531" y="219"/>
                  </a:lnTo>
                  <a:lnTo>
                    <a:pt x="534" y="195"/>
                  </a:lnTo>
                  <a:lnTo>
                    <a:pt x="562" y="192"/>
                  </a:lnTo>
                  <a:close/>
                  <a:moveTo>
                    <a:pt x="400" y="188"/>
                  </a:moveTo>
                  <a:lnTo>
                    <a:pt x="416" y="188"/>
                  </a:lnTo>
                  <a:lnTo>
                    <a:pt x="425" y="223"/>
                  </a:lnTo>
                  <a:lnTo>
                    <a:pt x="432" y="261"/>
                  </a:lnTo>
                  <a:lnTo>
                    <a:pt x="428" y="261"/>
                  </a:lnTo>
                  <a:lnTo>
                    <a:pt x="423" y="268"/>
                  </a:lnTo>
                  <a:lnTo>
                    <a:pt x="412" y="265"/>
                  </a:lnTo>
                  <a:lnTo>
                    <a:pt x="409" y="268"/>
                  </a:lnTo>
                  <a:lnTo>
                    <a:pt x="409" y="272"/>
                  </a:lnTo>
                  <a:lnTo>
                    <a:pt x="409" y="275"/>
                  </a:lnTo>
                  <a:lnTo>
                    <a:pt x="409" y="277"/>
                  </a:lnTo>
                  <a:lnTo>
                    <a:pt x="407" y="279"/>
                  </a:lnTo>
                  <a:lnTo>
                    <a:pt x="405" y="282"/>
                  </a:lnTo>
                  <a:lnTo>
                    <a:pt x="400" y="284"/>
                  </a:lnTo>
                  <a:lnTo>
                    <a:pt x="395" y="281"/>
                  </a:lnTo>
                  <a:lnTo>
                    <a:pt x="388" y="275"/>
                  </a:lnTo>
                  <a:lnTo>
                    <a:pt x="381" y="272"/>
                  </a:lnTo>
                  <a:lnTo>
                    <a:pt x="381" y="261"/>
                  </a:lnTo>
                  <a:lnTo>
                    <a:pt x="358" y="258"/>
                  </a:lnTo>
                  <a:lnTo>
                    <a:pt x="362" y="226"/>
                  </a:lnTo>
                  <a:lnTo>
                    <a:pt x="369" y="223"/>
                  </a:lnTo>
                  <a:lnTo>
                    <a:pt x="376" y="218"/>
                  </a:lnTo>
                  <a:lnTo>
                    <a:pt x="381" y="211"/>
                  </a:lnTo>
                  <a:lnTo>
                    <a:pt x="376" y="209"/>
                  </a:lnTo>
                  <a:lnTo>
                    <a:pt x="372" y="207"/>
                  </a:lnTo>
                  <a:lnTo>
                    <a:pt x="369" y="206"/>
                  </a:lnTo>
                  <a:lnTo>
                    <a:pt x="365" y="202"/>
                  </a:lnTo>
                  <a:lnTo>
                    <a:pt x="363" y="199"/>
                  </a:lnTo>
                  <a:lnTo>
                    <a:pt x="362" y="192"/>
                  </a:lnTo>
                  <a:lnTo>
                    <a:pt x="381" y="190"/>
                  </a:lnTo>
                  <a:lnTo>
                    <a:pt x="400" y="188"/>
                  </a:lnTo>
                  <a:close/>
                  <a:moveTo>
                    <a:pt x="3661" y="172"/>
                  </a:moveTo>
                  <a:lnTo>
                    <a:pt x="3673" y="178"/>
                  </a:lnTo>
                  <a:lnTo>
                    <a:pt x="3673" y="185"/>
                  </a:lnTo>
                  <a:lnTo>
                    <a:pt x="3657" y="185"/>
                  </a:lnTo>
                  <a:lnTo>
                    <a:pt x="3661" y="172"/>
                  </a:lnTo>
                  <a:close/>
                  <a:moveTo>
                    <a:pt x="438" y="172"/>
                  </a:moveTo>
                  <a:lnTo>
                    <a:pt x="451" y="174"/>
                  </a:lnTo>
                  <a:lnTo>
                    <a:pt x="465" y="176"/>
                  </a:lnTo>
                  <a:lnTo>
                    <a:pt x="477" y="178"/>
                  </a:lnTo>
                  <a:lnTo>
                    <a:pt x="486" y="181"/>
                  </a:lnTo>
                  <a:lnTo>
                    <a:pt x="487" y="185"/>
                  </a:lnTo>
                  <a:lnTo>
                    <a:pt x="487" y="190"/>
                  </a:lnTo>
                  <a:lnTo>
                    <a:pt x="489" y="197"/>
                  </a:lnTo>
                  <a:lnTo>
                    <a:pt x="489" y="204"/>
                  </a:lnTo>
                  <a:lnTo>
                    <a:pt x="487" y="207"/>
                  </a:lnTo>
                  <a:lnTo>
                    <a:pt x="486" y="211"/>
                  </a:lnTo>
                  <a:lnTo>
                    <a:pt x="484" y="216"/>
                  </a:lnTo>
                  <a:lnTo>
                    <a:pt x="480" y="219"/>
                  </a:lnTo>
                  <a:lnTo>
                    <a:pt x="477" y="221"/>
                  </a:lnTo>
                  <a:lnTo>
                    <a:pt x="473" y="223"/>
                  </a:lnTo>
                  <a:lnTo>
                    <a:pt x="472" y="225"/>
                  </a:lnTo>
                  <a:lnTo>
                    <a:pt x="468" y="226"/>
                  </a:lnTo>
                  <a:lnTo>
                    <a:pt x="466" y="230"/>
                  </a:lnTo>
                  <a:lnTo>
                    <a:pt x="468" y="239"/>
                  </a:lnTo>
                  <a:lnTo>
                    <a:pt x="466" y="249"/>
                  </a:lnTo>
                  <a:lnTo>
                    <a:pt x="465" y="256"/>
                  </a:lnTo>
                  <a:lnTo>
                    <a:pt x="461" y="261"/>
                  </a:lnTo>
                  <a:lnTo>
                    <a:pt x="458" y="263"/>
                  </a:lnTo>
                  <a:lnTo>
                    <a:pt x="454" y="265"/>
                  </a:lnTo>
                  <a:lnTo>
                    <a:pt x="449" y="265"/>
                  </a:lnTo>
                  <a:lnTo>
                    <a:pt x="442" y="265"/>
                  </a:lnTo>
                  <a:lnTo>
                    <a:pt x="438" y="254"/>
                  </a:lnTo>
                  <a:lnTo>
                    <a:pt x="442" y="244"/>
                  </a:lnTo>
                  <a:lnTo>
                    <a:pt x="442" y="232"/>
                  </a:lnTo>
                  <a:lnTo>
                    <a:pt x="438" y="218"/>
                  </a:lnTo>
                  <a:lnTo>
                    <a:pt x="437" y="202"/>
                  </a:lnTo>
                  <a:lnTo>
                    <a:pt x="435" y="188"/>
                  </a:lnTo>
                  <a:lnTo>
                    <a:pt x="438" y="172"/>
                  </a:lnTo>
                  <a:close/>
                  <a:moveTo>
                    <a:pt x="60" y="171"/>
                  </a:moveTo>
                  <a:lnTo>
                    <a:pt x="74" y="172"/>
                  </a:lnTo>
                  <a:lnTo>
                    <a:pt x="74" y="185"/>
                  </a:lnTo>
                  <a:lnTo>
                    <a:pt x="91" y="185"/>
                  </a:lnTo>
                  <a:lnTo>
                    <a:pt x="105" y="185"/>
                  </a:lnTo>
                  <a:lnTo>
                    <a:pt x="121" y="185"/>
                  </a:lnTo>
                  <a:lnTo>
                    <a:pt x="124" y="192"/>
                  </a:lnTo>
                  <a:lnTo>
                    <a:pt x="128" y="200"/>
                  </a:lnTo>
                  <a:lnTo>
                    <a:pt x="131" y="209"/>
                  </a:lnTo>
                  <a:lnTo>
                    <a:pt x="135" y="216"/>
                  </a:lnTo>
                  <a:lnTo>
                    <a:pt x="135" y="219"/>
                  </a:lnTo>
                  <a:lnTo>
                    <a:pt x="124" y="232"/>
                  </a:lnTo>
                  <a:lnTo>
                    <a:pt x="110" y="237"/>
                  </a:lnTo>
                  <a:lnTo>
                    <a:pt x="96" y="242"/>
                  </a:lnTo>
                  <a:lnTo>
                    <a:pt x="88" y="258"/>
                  </a:lnTo>
                  <a:lnTo>
                    <a:pt x="81" y="272"/>
                  </a:lnTo>
                  <a:lnTo>
                    <a:pt x="79" y="288"/>
                  </a:lnTo>
                  <a:lnTo>
                    <a:pt x="82" y="303"/>
                  </a:lnTo>
                  <a:lnTo>
                    <a:pt x="67" y="305"/>
                  </a:lnTo>
                  <a:lnTo>
                    <a:pt x="53" y="310"/>
                  </a:lnTo>
                  <a:lnTo>
                    <a:pt x="35" y="315"/>
                  </a:lnTo>
                  <a:lnTo>
                    <a:pt x="34" y="312"/>
                  </a:lnTo>
                  <a:lnTo>
                    <a:pt x="32" y="309"/>
                  </a:lnTo>
                  <a:lnTo>
                    <a:pt x="30" y="307"/>
                  </a:lnTo>
                  <a:lnTo>
                    <a:pt x="30" y="303"/>
                  </a:lnTo>
                  <a:lnTo>
                    <a:pt x="28" y="300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1"/>
                  </a:lnTo>
                  <a:lnTo>
                    <a:pt x="32" y="288"/>
                  </a:lnTo>
                  <a:lnTo>
                    <a:pt x="20" y="288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18" y="279"/>
                  </a:lnTo>
                  <a:lnTo>
                    <a:pt x="18" y="277"/>
                  </a:lnTo>
                  <a:lnTo>
                    <a:pt x="16" y="275"/>
                  </a:lnTo>
                  <a:lnTo>
                    <a:pt x="13" y="272"/>
                  </a:lnTo>
                  <a:lnTo>
                    <a:pt x="11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7" y="272"/>
                  </a:lnTo>
                  <a:lnTo>
                    <a:pt x="6" y="272"/>
                  </a:lnTo>
                  <a:lnTo>
                    <a:pt x="0" y="272"/>
                  </a:lnTo>
                  <a:lnTo>
                    <a:pt x="0" y="261"/>
                  </a:lnTo>
                  <a:lnTo>
                    <a:pt x="13" y="247"/>
                  </a:lnTo>
                  <a:lnTo>
                    <a:pt x="21" y="228"/>
                  </a:lnTo>
                  <a:lnTo>
                    <a:pt x="28" y="207"/>
                  </a:lnTo>
                  <a:lnTo>
                    <a:pt x="23" y="204"/>
                  </a:lnTo>
                  <a:lnTo>
                    <a:pt x="21" y="199"/>
                  </a:lnTo>
                  <a:lnTo>
                    <a:pt x="20" y="195"/>
                  </a:lnTo>
                  <a:lnTo>
                    <a:pt x="18" y="188"/>
                  </a:lnTo>
                  <a:lnTo>
                    <a:pt x="16" y="181"/>
                  </a:lnTo>
                  <a:lnTo>
                    <a:pt x="30" y="178"/>
                  </a:lnTo>
                  <a:lnTo>
                    <a:pt x="41" y="176"/>
                  </a:lnTo>
                  <a:lnTo>
                    <a:pt x="49" y="172"/>
                  </a:lnTo>
                  <a:lnTo>
                    <a:pt x="60" y="171"/>
                  </a:lnTo>
                  <a:close/>
                  <a:moveTo>
                    <a:pt x="1556" y="130"/>
                  </a:moveTo>
                  <a:lnTo>
                    <a:pt x="1571" y="130"/>
                  </a:lnTo>
                  <a:lnTo>
                    <a:pt x="1571" y="134"/>
                  </a:lnTo>
                  <a:lnTo>
                    <a:pt x="1568" y="134"/>
                  </a:lnTo>
                  <a:lnTo>
                    <a:pt x="1564" y="136"/>
                  </a:lnTo>
                  <a:lnTo>
                    <a:pt x="1563" y="136"/>
                  </a:lnTo>
                  <a:lnTo>
                    <a:pt x="1563" y="136"/>
                  </a:lnTo>
                  <a:lnTo>
                    <a:pt x="1561" y="136"/>
                  </a:lnTo>
                  <a:lnTo>
                    <a:pt x="1561" y="136"/>
                  </a:lnTo>
                  <a:lnTo>
                    <a:pt x="1559" y="134"/>
                  </a:lnTo>
                  <a:lnTo>
                    <a:pt x="1556" y="130"/>
                  </a:lnTo>
                  <a:close/>
                  <a:moveTo>
                    <a:pt x="454" y="130"/>
                  </a:moveTo>
                  <a:lnTo>
                    <a:pt x="458" y="153"/>
                  </a:lnTo>
                  <a:lnTo>
                    <a:pt x="452" y="157"/>
                  </a:lnTo>
                  <a:lnTo>
                    <a:pt x="449" y="158"/>
                  </a:lnTo>
                  <a:lnTo>
                    <a:pt x="445" y="160"/>
                  </a:lnTo>
                  <a:lnTo>
                    <a:pt x="440" y="164"/>
                  </a:lnTo>
                  <a:lnTo>
                    <a:pt x="435" y="165"/>
                  </a:lnTo>
                  <a:lnTo>
                    <a:pt x="433" y="164"/>
                  </a:lnTo>
                  <a:lnTo>
                    <a:pt x="432" y="164"/>
                  </a:lnTo>
                  <a:lnTo>
                    <a:pt x="430" y="162"/>
                  </a:lnTo>
                  <a:lnTo>
                    <a:pt x="428" y="162"/>
                  </a:lnTo>
                  <a:lnTo>
                    <a:pt x="423" y="162"/>
                  </a:lnTo>
                  <a:lnTo>
                    <a:pt x="423" y="158"/>
                  </a:lnTo>
                  <a:lnTo>
                    <a:pt x="423" y="157"/>
                  </a:lnTo>
                  <a:lnTo>
                    <a:pt x="421" y="157"/>
                  </a:lnTo>
                  <a:lnTo>
                    <a:pt x="421" y="155"/>
                  </a:lnTo>
                  <a:lnTo>
                    <a:pt x="419" y="153"/>
                  </a:lnTo>
                  <a:lnTo>
                    <a:pt x="419" y="146"/>
                  </a:lnTo>
                  <a:lnTo>
                    <a:pt x="428" y="141"/>
                  </a:lnTo>
                  <a:lnTo>
                    <a:pt x="435" y="136"/>
                  </a:lnTo>
                  <a:lnTo>
                    <a:pt x="442" y="132"/>
                  </a:lnTo>
                  <a:lnTo>
                    <a:pt x="454" y="130"/>
                  </a:lnTo>
                  <a:close/>
                  <a:moveTo>
                    <a:pt x="109" y="127"/>
                  </a:moveTo>
                  <a:lnTo>
                    <a:pt x="112" y="127"/>
                  </a:lnTo>
                  <a:lnTo>
                    <a:pt x="116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9" y="130"/>
                  </a:lnTo>
                  <a:lnTo>
                    <a:pt x="121" y="134"/>
                  </a:lnTo>
                  <a:lnTo>
                    <a:pt x="109" y="134"/>
                  </a:lnTo>
                  <a:lnTo>
                    <a:pt x="109" y="127"/>
                  </a:lnTo>
                  <a:close/>
                  <a:moveTo>
                    <a:pt x="3744" y="115"/>
                  </a:moveTo>
                  <a:lnTo>
                    <a:pt x="3760" y="117"/>
                  </a:lnTo>
                  <a:lnTo>
                    <a:pt x="3776" y="120"/>
                  </a:lnTo>
                  <a:lnTo>
                    <a:pt x="3790" y="125"/>
                  </a:lnTo>
                  <a:lnTo>
                    <a:pt x="3800" y="134"/>
                  </a:lnTo>
                  <a:lnTo>
                    <a:pt x="3807" y="146"/>
                  </a:lnTo>
                  <a:lnTo>
                    <a:pt x="3811" y="162"/>
                  </a:lnTo>
                  <a:lnTo>
                    <a:pt x="3788" y="158"/>
                  </a:lnTo>
                  <a:lnTo>
                    <a:pt x="3767" y="151"/>
                  </a:lnTo>
                  <a:lnTo>
                    <a:pt x="3751" y="141"/>
                  </a:lnTo>
                  <a:lnTo>
                    <a:pt x="3741" y="127"/>
                  </a:lnTo>
                  <a:lnTo>
                    <a:pt x="3743" y="125"/>
                  </a:lnTo>
                  <a:lnTo>
                    <a:pt x="3743" y="123"/>
                  </a:lnTo>
                  <a:lnTo>
                    <a:pt x="3744" y="122"/>
                  </a:lnTo>
                  <a:lnTo>
                    <a:pt x="3744" y="118"/>
                  </a:lnTo>
                  <a:lnTo>
                    <a:pt x="3744" y="115"/>
                  </a:lnTo>
                  <a:close/>
                  <a:moveTo>
                    <a:pt x="384" y="104"/>
                  </a:moveTo>
                  <a:lnTo>
                    <a:pt x="390" y="104"/>
                  </a:lnTo>
                  <a:lnTo>
                    <a:pt x="391" y="104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7" y="108"/>
                  </a:lnTo>
                  <a:lnTo>
                    <a:pt x="398" y="111"/>
                  </a:lnTo>
                  <a:lnTo>
                    <a:pt x="400" y="113"/>
                  </a:lnTo>
                  <a:lnTo>
                    <a:pt x="400" y="118"/>
                  </a:lnTo>
                  <a:lnTo>
                    <a:pt x="400" y="123"/>
                  </a:lnTo>
                  <a:lnTo>
                    <a:pt x="397" y="134"/>
                  </a:lnTo>
                  <a:lnTo>
                    <a:pt x="395" y="150"/>
                  </a:lnTo>
                  <a:lnTo>
                    <a:pt x="393" y="162"/>
                  </a:lnTo>
                  <a:lnTo>
                    <a:pt x="388" y="164"/>
                  </a:lnTo>
                  <a:lnTo>
                    <a:pt x="384" y="165"/>
                  </a:lnTo>
                  <a:lnTo>
                    <a:pt x="381" y="169"/>
                  </a:lnTo>
                  <a:lnTo>
                    <a:pt x="377" y="169"/>
                  </a:lnTo>
                  <a:lnTo>
                    <a:pt x="377" y="167"/>
                  </a:lnTo>
                  <a:lnTo>
                    <a:pt x="376" y="167"/>
                  </a:lnTo>
                  <a:lnTo>
                    <a:pt x="376" y="167"/>
                  </a:lnTo>
                  <a:lnTo>
                    <a:pt x="374" y="165"/>
                  </a:lnTo>
                  <a:lnTo>
                    <a:pt x="370" y="162"/>
                  </a:lnTo>
                  <a:lnTo>
                    <a:pt x="369" y="158"/>
                  </a:lnTo>
                  <a:lnTo>
                    <a:pt x="369" y="153"/>
                  </a:lnTo>
                  <a:lnTo>
                    <a:pt x="369" y="150"/>
                  </a:lnTo>
                  <a:lnTo>
                    <a:pt x="365" y="146"/>
                  </a:lnTo>
                  <a:lnTo>
                    <a:pt x="358" y="141"/>
                  </a:lnTo>
                  <a:lnTo>
                    <a:pt x="349" y="139"/>
                  </a:lnTo>
                  <a:lnTo>
                    <a:pt x="341" y="141"/>
                  </a:lnTo>
                  <a:lnTo>
                    <a:pt x="332" y="139"/>
                  </a:lnTo>
                  <a:lnTo>
                    <a:pt x="323" y="134"/>
                  </a:lnTo>
                  <a:lnTo>
                    <a:pt x="316" y="123"/>
                  </a:lnTo>
                  <a:lnTo>
                    <a:pt x="320" y="123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3" y="117"/>
                  </a:lnTo>
                  <a:lnTo>
                    <a:pt x="325" y="117"/>
                  </a:lnTo>
                  <a:lnTo>
                    <a:pt x="327" y="117"/>
                  </a:lnTo>
                  <a:lnTo>
                    <a:pt x="330" y="117"/>
                  </a:lnTo>
                  <a:lnTo>
                    <a:pt x="336" y="115"/>
                  </a:lnTo>
                  <a:lnTo>
                    <a:pt x="346" y="118"/>
                  </a:lnTo>
                  <a:lnTo>
                    <a:pt x="358" y="117"/>
                  </a:lnTo>
                  <a:lnTo>
                    <a:pt x="372" y="115"/>
                  </a:lnTo>
                  <a:lnTo>
                    <a:pt x="384" y="115"/>
                  </a:lnTo>
                  <a:lnTo>
                    <a:pt x="384" y="104"/>
                  </a:lnTo>
                  <a:close/>
                  <a:moveTo>
                    <a:pt x="255" y="101"/>
                  </a:moveTo>
                  <a:lnTo>
                    <a:pt x="257" y="104"/>
                  </a:lnTo>
                  <a:lnTo>
                    <a:pt x="259" y="106"/>
                  </a:lnTo>
                  <a:lnTo>
                    <a:pt x="260" y="110"/>
                  </a:lnTo>
                  <a:lnTo>
                    <a:pt x="260" y="113"/>
                  </a:lnTo>
                  <a:lnTo>
                    <a:pt x="262" y="117"/>
                  </a:lnTo>
                  <a:lnTo>
                    <a:pt x="262" y="123"/>
                  </a:lnTo>
                  <a:lnTo>
                    <a:pt x="259" y="123"/>
                  </a:lnTo>
                  <a:lnTo>
                    <a:pt x="259" y="127"/>
                  </a:lnTo>
                  <a:lnTo>
                    <a:pt x="262" y="127"/>
                  </a:lnTo>
                  <a:lnTo>
                    <a:pt x="267" y="129"/>
                  </a:lnTo>
                  <a:lnTo>
                    <a:pt x="273" y="130"/>
                  </a:lnTo>
                  <a:lnTo>
                    <a:pt x="278" y="130"/>
                  </a:lnTo>
                  <a:lnTo>
                    <a:pt x="285" y="130"/>
                  </a:lnTo>
                  <a:lnTo>
                    <a:pt x="288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7" y="127"/>
                  </a:lnTo>
                  <a:lnTo>
                    <a:pt x="299" y="129"/>
                  </a:lnTo>
                  <a:lnTo>
                    <a:pt x="299" y="130"/>
                  </a:lnTo>
                  <a:lnTo>
                    <a:pt x="299" y="132"/>
                  </a:lnTo>
                  <a:lnTo>
                    <a:pt x="301" y="134"/>
                  </a:lnTo>
                  <a:lnTo>
                    <a:pt x="301" y="137"/>
                  </a:lnTo>
                  <a:lnTo>
                    <a:pt x="299" y="141"/>
                  </a:lnTo>
                  <a:lnTo>
                    <a:pt x="299" y="143"/>
                  </a:lnTo>
                  <a:lnTo>
                    <a:pt x="299" y="143"/>
                  </a:lnTo>
                  <a:lnTo>
                    <a:pt x="299" y="144"/>
                  </a:lnTo>
                  <a:lnTo>
                    <a:pt x="299" y="146"/>
                  </a:lnTo>
                  <a:lnTo>
                    <a:pt x="297" y="150"/>
                  </a:lnTo>
                  <a:lnTo>
                    <a:pt x="287" y="155"/>
                  </a:lnTo>
                  <a:lnTo>
                    <a:pt x="274" y="155"/>
                  </a:lnTo>
                  <a:lnTo>
                    <a:pt x="260" y="155"/>
                  </a:lnTo>
                  <a:lnTo>
                    <a:pt x="246" y="158"/>
                  </a:lnTo>
                  <a:lnTo>
                    <a:pt x="236" y="165"/>
                  </a:lnTo>
                  <a:lnTo>
                    <a:pt x="224" y="174"/>
                  </a:lnTo>
                  <a:lnTo>
                    <a:pt x="213" y="183"/>
                  </a:lnTo>
                  <a:lnTo>
                    <a:pt x="198" y="188"/>
                  </a:lnTo>
                  <a:lnTo>
                    <a:pt x="196" y="185"/>
                  </a:lnTo>
                  <a:lnTo>
                    <a:pt x="194" y="181"/>
                  </a:lnTo>
                  <a:lnTo>
                    <a:pt x="194" y="178"/>
                  </a:lnTo>
                  <a:lnTo>
                    <a:pt x="192" y="172"/>
                  </a:lnTo>
                  <a:lnTo>
                    <a:pt x="198" y="169"/>
                  </a:lnTo>
                  <a:lnTo>
                    <a:pt x="203" y="165"/>
                  </a:lnTo>
                  <a:lnTo>
                    <a:pt x="206" y="160"/>
                  </a:lnTo>
                  <a:lnTo>
                    <a:pt x="210" y="155"/>
                  </a:lnTo>
                  <a:lnTo>
                    <a:pt x="212" y="150"/>
                  </a:lnTo>
                  <a:lnTo>
                    <a:pt x="192" y="150"/>
                  </a:lnTo>
                  <a:lnTo>
                    <a:pt x="180" y="155"/>
                  </a:lnTo>
                  <a:lnTo>
                    <a:pt x="166" y="157"/>
                  </a:lnTo>
                  <a:lnTo>
                    <a:pt x="150" y="155"/>
                  </a:lnTo>
                  <a:lnTo>
                    <a:pt x="140" y="150"/>
                  </a:lnTo>
                  <a:lnTo>
                    <a:pt x="135" y="150"/>
                  </a:lnTo>
                  <a:lnTo>
                    <a:pt x="135" y="146"/>
                  </a:lnTo>
                  <a:lnTo>
                    <a:pt x="140" y="144"/>
                  </a:lnTo>
                  <a:lnTo>
                    <a:pt x="144" y="143"/>
                  </a:lnTo>
                  <a:lnTo>
                    <a:pt x="145" y="141"/>
                  </a:lnTo>
                  <a:lnTo>
                    <a:pt x="149" y="139"/>
                  </a:lnTo>
                  <a:lnTo>
                    <a:pt x="150" y="134"/>
                  </a:lnTo>
                  <a:lnTo>
                    <a:pt x="147" y="134"/>
                  </a:lnTo>
                  <a:lnTo>
                    <a:pt x="147" y="130"/>
                  </a:lnTo>
                  <a:lnTo>
                    <a:pt x="152" y="130"/>
                  </a:lnTo>
                  <a:lnTo>
                    <a:pt x="156" y="129"/>
                  </a:lnTo>
                  <a:lnTo>
                    <a:pt x="159" y="129"/>
                  </a:lnTo>
                  <a:lnTo>
                    <a:pt x="163" y="127"/>
                  </a:lnTo>
                  <a:lnTo>
                    <a:pt x="161" y="125"/>
                  </a:lnTo>
                  <a:lnTo>
                    <a:pt x="159" y="123"/>
                  </a:lnTo>
                  <a:lnTo>
                    <a:pt x="157" y="122"/>
                  </a:lnTo>
                  <a:lnTo>
                    <a:pt x="157" y="120"/>
                  </a:lnTo>
                  <a:lnTo>
                    <a:pt x="156" y="118"/>
                  </a:lnTo>
                  <a:lnTo>
                    <a:pt x="154" y="115"/>
                  </a:lnTo>
                  <a:lnTo>
                    <a:pt x="157" y="115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61" y="113"/>
                  </a:lnTo>
                  <a:lnTo>
                    <a:pt x="163" y="111"/>
                  </a:lnTo>
                  <a:lnTo>
                    <a:pt x="182" y="117"/>
                  </a:lnTo>
                  <a:lnTo>
                    <a:pt x="198" y="123"/>
                  </a:lnTo>
                  <a:lnTo>
                    <a:pt x="212" y="130"/>
                  </a:lnTo>
                  <a:lnTo>
                    <a:pt x="227" y="136"/>
                  </a:lnTo>
                  <a:lnTo>
                    <a:pt x="246" y="137"/>
                  </a:lnTo>
                  <a:lnTo>
                    <a:pt x="243" y="129"/>
                  </a:lnTo>
                  <a:lnTo>
                    <a:pt x="240" y="122"/>
                  </a:lnTo>
                  <a:lnTo>
                    <a:pt x="238" y="117"/>
                  </a:lnTo>
                  <a:lnTo>
                    <a:pt x="236" y="104"/>
                  </a:lnTo>
                  <a:lnTo>
                    <a:pt x="240" y="103"/>
                  </a:lnTo>
                  <a:lnTo>
                    <a:pt x="243" y="101"/>
                  </a:lnTo>
                  <a:lnTo>
                    <a:pt x="248" y="101"/>
                  </a:lnTo>
                  <a:lnTo>
                    <a:pt x="255" y="101"/>
                  </a:lnTo>
                  <a:close/>
                  <a:moveTo>
                    <a:pt x="742" y="80"/>
                  </a:moveTo>
                  <a:lnTo>
                    <a:pt x="754" y="85"/>
                  </a:lnTo>
                  <a:lnTo>
                    <a:pt x="754" y="89"/>
                  </a:lnTo>
                  <a:lnTo>
                    <a:pt x="749" y="89"/>
                  </a:lnTo>
                  <a:lnTo>
                    <a:pt x="746" y="89"/>
                  </a:lnTo>
                  <a:lnTo>
                    <a:pt x="744" y="89"/>
                  </a:lnTo>
                  <a:lnTo>
                    <a:pt x="742" y="87"/>
                  </a:lnTo>
                  <a:lnTo>
                    <a:pt x="742" y="87"/>
                  </a:lnTo>
                  <a:lnTo>
                    <a:pt x="742" y="85"/>
                  </a:lnTo>
                  <a:lnTo>
                    <a:pt x="742" y="80"/>
                  </a:lnTo>
                  <a:close/>
                  <a:moveTo>
                    <a:pt x="140" y="80"/>
                  </a:moveTo>
                  <a:lnTo>
                    <a:pt x="140" y="87"/>
                  </a:lnTo>
                  <a:lnTo>
                    <a:pt x="140" y="92"/>
                  </a:lnTo>
                  <a:lnTo>
                    <a:pt x="142" y="97"/>
                  </a:lnTo>
                  <a:lnTo>
                    <a:pt x="140" y="101"/>
                  </a:lnTo>
                  <a:lnTo>
                    <a:pt x="140" y="104"/>
                  </a:lnTo>
                  <a:lnTo>
                    <a:pt x="135" y="108"/>
                  </a:lnTo>
                  <a:lnTo>
                    <a:pt x="130" y="111"/>
                  </a:lnTo>
                  <a:lnTo>
                    <a:pt x="124" y="115"/>
                  </a:lnTo>
                  <a:lnTo>
                    <a:pt x="121" y="120"/>
                  </a:lnTo>
                  <a:lnTo>
                    <a:pt x="114" y="117"/>
                  </a:lnTo>
                  <a:lnTo>
                    <a:pt x="110" y="115"/>
                  </a:lnTo>
                  <a:lnTo>
                    <a:pt x="107" y="113"/>
                  </a:lnTo>
                  <a:lnTo>
                    <a:pt x="105" y="111"/>
                  </a:lnTo>
                  <a:lnTo>
                    <a:pt x="102" y="108"/>
                  </a:lnTo>
                  <a:lnTo>
                    <a:pt x="100" y="125"/>
                  </a:lnTo>
                  <a:lnTo>
                    <a:pt x="95" y="134"/>
                  </a:lnTo>
                  <a:lnTo>
                    <a:pt x="82" y="137"/>
                  </a:lnTo>
                  <a:lnTo>
                    <a:pt x="72" y="137"/>
                  </a:lnTo>
                  <a:lnTo>
                    <a:pt x="61" y="137"/>
                  </a:lnTo>
                  <a:lnTo>
                    <a:pt x="48" y="137"/>
                  </a:lnTo>
                  <a:lnTo>
                    <a:pt x="48" y="123"/>
                  </a:lnTo>
                  <a:lnTo>
                    <a:pt x="67" y="110"/>
                  </a:lnTo>
                  <a:lnTo>
                    <a:pt x="88" y="97"/>
                  </a:lnTo>
                  <a:lnTo>
                    <a:pt x="112" y="87"/>
                  </a:lnTo>
                  <a:lnTo>
                    <a:pt x="140" y="80"/>
                  </a:lnTo>
                  <a:close/>
                  <a:moveTo>
                    <a:pt x="3671" y="80"/>
                  </a:moveTo>
                  <a:lnTo>
                    <a:pt x="3680" y="80"/>
                  </a:lnTo>
                  <a:lnTo>
                    <a:pt x="3683" y="89"/>
                  </a:lnTo>
                  <a:lnTo>
                    <a:pt x="3683" y="99"/>
                  </a:lnTo>
                  <a:lnTo>
                    <a:pt x="3683" y="111"/>
                  </a:lnTo>
                  <a:lnTo>
                    <a:pt x="3699" y="106"/>
                  </a:lnTo>
                  <a:lnTo>
                    <a:pt x="3711" y="99"/>
                  </a:lnTo>
                  <a:lnTo>
                    <a:pt x="3725" y="92"/>
                  </a:lnTo>
                  <a:lnTo>
                    <a:pt x="3725" y="146"/>
                  </a:lnTo>
                  <a:lnTo>
                    <a:pt x="3725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2" y="150"/>
                  </a:lnTo>
                  <a:lnTo>
                    <a:pt x="3709" y="150"/>
                  </a:lnTo>
                  <a:lnTo>
                    <a:pt x="3692" y="151"/>
                  </a:lnTo>
                  <a:lnTo>
                    <a:pt x="3675" y="153"/>
                  </a:lnTo>
                  <a:lnTo>
                    <a:pt x="3661" y="155"/>
                  </a:lnTo>
                  <a:lnTo>
                    <a:pt x="3650" y="157"/>
                  </a:lnTo>
                  <a:lnTo>
                    <a:pt x="3645" y="158"/>
                  </a:lnTo>
                  <a:lnTo>
                    <a:pt x="3633" y="148"/>
                  </a:lnTo>
                  <a:lnTo>
                    <a:pt x="3624" y="134"/>
                  </a:lnTo>
                  <a:lnTo>
                    <a:pt x="3619" y="115"/>
                  </a:lnTo>
                  <a:lnTo>
                    <a:pt x="3620" y="110"/>
                  </a:lnTo>
                  <a:lnTo>
                    <a:pt x="3622" y="106"/>
                  </a:lnTo>
                  <a:lnTo>
                    <a:pt x="3624" y="103"/>
                  </a:lnTo>
                  <a:lnTo>
                    <a:pt x="3626" y="99"/>
                  </a:lnTo>
                  <a:lnTo>
                    <a:pt x="3627" y="96"/>
                  </a:lnTo>
                  <a:lnTo>
                    <a:pt x="3634" y="92"/>
                  </a:lnTo>
                  <a:lnTo>
                    <a:pt x="3643" y="87"/>
                  </a:lnTo>
                  <a:lnTo>
                    <a:pt x="3657" y="82"/>
                  </a:lnTo>
                  <a:lnTo>
                    <a:pt x="3671" y="80"/>
                  </a:lnTo>
                  <a:close/>
                  <a:moveTo>
                    <a:pt x="458" y="73"/>
                  </a:moveTo>
                  <a:lnTo>
                    <a:pt x="461" y="83"/>
                  </a:lnTo>
                  <a:lnTo>
                    <a:pt x="468" y="87"/>
                  </a:lnTo>
                  <a:lnTo>
                    <a:pt x="479" y="87"/>
                  </a:lnTo>
                  <a:lnTo>
                    <a:pt x="496" y="85"/>
                  </a:lnTo>
                  <a:lnTo>
                    <a:pt x="496" y="89"/>
                  </a:lnTo>
                  <a:lnTo>
                    <a:pt x="498" y="94"/>
                  </a:lnTo>
                  <a:lnTo>
                    <a:pt x="500" y="99"/>
                  </a:lnTo>
                  <a:lnTo>
                    <a:pt x="500" y="103"/>
                  </a:lnTo>
                  <a:lnTo>
                    <a:pt x="500" y="108"/>
                  </a:lnTo>
                  <a:lnTo>
                    <a:pt x="500" y="111"/>
                  </a:lnTo>
                  <a:lnTo>
                    <a:pt x="519" y="122"/>
                  </a:lnTo>
                  <a:lnTo>
                    <a:pt x="541" y="127"/>
                  </a:lnTo>
                  <a:lnTo>
                    <a:pt x="566" y="127"/>
                  </a:lnTo>
                  <a:lnTo>
                    <a:pt x="590" y="127"/>
                  </a:lnTo>
                  <a:lnTo>
                    <a:pt x="617" y="125"/>
                  </a:lnTo>
                  <a:lnTo>
                    <a:pt x="639" y="127"/>
                  </a:lnTo>
                  <a:lnTo>
                    <a:pt x="639" y="132"/>
                  </a:lnTo>
                  <a:lnTo>
                    <a:pt x="641" y="137"/>
                  </a:lnTo>
                  <a:lnTo>
                    <a:pt x="643" y="141"/>
                  </a:lnTo>
                  <a:lnTo>
                    <a:pt x="643" y="143"/>
                  </a:lnTo>
                  <a:lnTo>
                    <a:pt x="643" y="146"/>
                  </a:lnTo>
                  <a:lnTo>
                    <a:pt x="643" y="150"/>
                  </a:lnTo>
                  <a:lnTo>
                    <a:pt x="639" y="162"/>
                  </a:lnTo>
                  <a:lnTo>
                    <a:pt x="629" y="162"/>
                  </a:lnTo>
                  <a:lnTo>
                    <a:pt x="617" y="160"/>
                  </a:lnTo>
                  <a:lnTo>
                    <a:pt x="608" y="158"/>
                  </a:lnTo>
                  <a:lnTo>
                    <a:pt x="604" y="158"/>
                  </a:lnTo>
                  <a:lnTo>
                    <a:pt x="601" y="160"/>
                  </a:lnTo>
                  <a:lnTo>
                    <a:pt x="599" y="164"/>
                  </a:lnTo>
                  <a:lnTo>
                    <a:pt x="597" y="165"/>
                  </a:lnTo>
                  <a:lnTo>
                    <a:pt x="594" y="165"/>
                  </a:lnTo>
                  <a:lnTo>
                    <a:pt x="592" y="167"/>
                  </a:lnTo>
                  <a:lnTo>
                    <a:pt x="587" y="169"/>
                  </a:lnTo>
                  <a:lnTo>
                    <a:pt x="582" y="169"/>
                  </a:lnTo>
                  <a:lnTo>
                    <a:pt x="576" y="171"/>
                  </a:lnTo>
                  <a:lnTo>
                    <a:pt x="573" y="172"/>
                  </a:lnTo>
                  <a:lnTo>
                    <a:pt x="568" y="172"/>
                  </a:lnTo>
                  <a:lnTo>
                    <a:pt x="562" y="172"/>
                  </a:lnTo>
                  <a:lnTo>
                    <a:pt x="559" y="167"/>
                  </a:lnTo>
                  <a:lnTo>
                    <a:pt x="557" y="162"/>
                  </a:lnTo>
                  <a:lnTo>
                    <a:pt x="554" y="158"/>
                  </a:lnTo>
                  <a:lnTo>
                    <a:pt x="554" y="162"/>
                  </a:lnTo>
                  <a:lnTo>
                    <a:pt x="550" y="165"/>
                  </a:lnTo>
                  <a:lnTo>
                    <a:pt x="548" y="169"/>
                  </a:lnTo>
                  <a:lnTo>
                    <a:pt x="547" y="172"/>
                  </a:lnTo>
                  <a:lnTo>
                    <a:pt x="538" y="172"/>
                  </a:lnTo>
                  <a:lnTo>
                    <a:pt x="534" y="167"/>
                  </a:lnTo>
                  <a:lnTo>
                    <a:pt x="531" y="160"/>
                  </a:lnTo>
                  <a:lnTo>
                    <a:pt x="528" y="153"/>
                  </a:lnTo>
                  <a:lnTo>
                    <a:pt x="526" y="158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2" y="164"/>
                  </a:lnTo>
                  <a:lnTo>
                    <a:pt x="519" y="164"/>
                  </a:lnTo>
                  <a:lnTo>
                    <a:pt x="515" y="162"/>
                  </a:lnTo>
                  <a:lnTo>
                    <a:pt x="512" y="160"/>
                  </a:lnTo>
                  <a:lnTo>
                    <a:pt x="510" y="158"/>
                  </a:lnTo>
                  <a:lnTo>
                    <a:pt x="510" y="157"/>
                  </a:lnTo>
                  <a:lnTo>
                    <a:pt x="510" y="155"/>
                  </a:lnTo>
                  <a:lnTo>
                    <a:pt x="510" y="153"/>
                  </a:lnTo>
                  <a:lnTo>
                    <a:pt x="510" y="151"/>
                  </a:lnTo>
                  <a:lnTo>
                    <a:pt x="508" y="150"/>
                  </a:lnTo>
                  <a:lnTo>
                    <a:pt x="507" y="150"/>
                  </a:lnTo>
                  <a:lnTo>
                    <a:pt x="505" y="151"/>
                  </a:lnTo>
                  <a:lnTo>
                    <a:pt x="501" y="151"/>
                  </a:lnTo>
                  <a:lnTo>
                    <a:pt x="496" y="153"/>
                  </a:lnTo>
                  <a:lnTo>
                    <a:pt x="493" y="153"/>
                  </a:lnTo>
                  <a:lnTo>
                    <a:pt x="487" y="155"/>
                  </a:lnTo>
                  <a:lnTo>
                    <a:pt x="486" y="153"/>
                  </a:lnTo>
                  <a:lnTo>
                    <a:pt x="484" y="153"/>
                  </a:lnTo>
                  <a:lnTo>
                    <a:pt x="480" y="151"/>
                  </a:lnTo>
                  <a:lnTo>
                    <a:pt x="479" y="150"/>
                  </a:lnTo>
                  <a:lnTo>
                    <a:pt x="475" y="148"/>
                  </a:lnTo>
                  <a:lnTo>
                    <a:pt x="473" y="146"/>
                  </a:lnTo>
                  <a:lnTo>
                    <a:pt x="475" y="136"/>
                  </a:lnTo>
                  <a:lnTo>
                    <a:pt x="473" y="129"/>
                  </a:lnTo>
                  <a:lnTo>
                    <a:pt x="470" y="123"/>
                  </a:lnTo>
                  <a:lnTo>
                    <a:pt x="466" y="115"/>
                  </a:lnTo>
                  <a:lnTo>
                    <a:pt x="466" y="104"/>
                  </a:lnTo>
                  <a:lnTo>
                    <a:pt x="449" y="103"/>
                  </a:lnTo>
                  <a:lnTo>
                    <a:pt x="433" y="97"/>
                  </a:lnTo>
                  <a:lnTo>
                    <a:pt x="419" y="92"/>
                  </a:lnTo>
                  <a:lnTo>
                    <a:pt x="418" y="90"/>
                  </a:lnTo>
                  <a:lnTo>
                    <a:pt x="418" y="89"/>
                  </a:lnTo>
                  <a:lnTo>
                    <a:pt x="418" y="87"/>
                  </a:lnTo>
                  <a:lnTo>
                    <a:pt x="416" y="85"/>
                  </a:lnTo>
                  <a:lnTo>
                    <a:pt x="416" y="80"/>
                  </a:lnTo>
                  <a:lnTo>
                    <a:pt x="423" y="78"/>
                  </a:lnTo>
                  <a:lnTo>
                    <a:pt x="432" y="78"/>
                  </a:lnTo>
                  <a:lnTo>
                    <a:pt x="442" y="76"/>
                  </a:lnTo>
                  <a:lnTo>
                    <a:pt x="445" y="75"/>
                  </a:lnTo>
                  <a:lnTo>
                    <a:pt x="449" y="75"/>
                  </a:lnTo>
                  <a:lnTo>
                    <a:pt x="452" y="73"/>
                  </a:lnTo>
                  <a:lnTo>
                    <a:pt x="458" y="73"/>
                  </a:lnTo>
                  <a:close/>
                  <a:moveTo>
                    <a:pt x="377" y="73"/>
                  </a:moveTo>
                  <a:lnTo>
                    <a:pt x="409" y="73"/>
                  </a:lnTo>
                  <a:lnTo>
                    <a:pt x="409" y="76"/>
                  </a:lnTo>
                  <a:lnTo>
                    <a:pt x="411" y="80"/>
                  </a:lnTo>
                  <a:lnTo>
                    <a:pt x="411" y="83"/>
                  </a:lnTo>
                  <a:lnTo>
                    <a:pt x="412" y="89"/>
                  </a:lnTo>
                  <a:lnTo>
                    <a:pt x="404" y="89"/>
                  </a:lnTo>
                  <a:lnTo>
                    <a:pt x="400" y="89"/>
                  </a:lnTo>
                  <a:lnTo>
                    <a:pt x="397" y="89"/>
                  </a:lnTo>
                  <a:lnTo>
                    <a:pt x="390" y="87"/>
                  </a:lnTo>
                  <a:lnTo>
                    <a:pt x="384" y="87"/>
                  </a:lnTo>
                  <a:lnTo>
                    <a:pt x="377" y="85"/>
                  </a:lnTo>
                  <a:lnTo>
                    <a:pt x="377" y="73"/>
                  </a:lnTo>
                  <a:close/>
                  <a:moveTo>
                    <a:pt x="301" y="69"/>
                  </a:moveTo>
                  <a:lnTo>
                    <a:pt x="308" y="73"/>
                  </a:lnTo>
                  <a:lnTo>
                    <a:pt x="315" y="76"/>
                  </a:lnTo>
                  <a:lnTo>
                    <a:pt x="318" y="82"/>
                  </a:lnTo>
                  <a:lnTo>
                    <a:pt x="322" y="89"/>
                  </a:lnTo>
                  <a:lnTo>
                    <a:pt x="323" y="96"/>
                  </a:lnTo>
                  <a:lnTo>
                    <a:pt x="313" y="96"/>
                  </a:lnTo>
                  <a:lnTo>
                    <a:pt x="313" y="92"/>
                  </a:lnTo>
                  <a:lnTo>
                    <a:pt x="308" y="89"/>
                  </a:lnTo>
                  <a:lnTo>
                    <a:pt x="306" y="85"/>
                  </a:lnTo>
                  <a:lnTo>
                    <a:pt x="304" y="82"/>
                  </a:lnTo>
                  <a:lnTo>
                    <a:pt x="302" y="76"/>
                  </a:lnTo>
                  <a:lnTo>
                    <a:pt x="301" y="69"/>
                  </a:lnTo>
                  <a:close/>
                  <a:moveTo>
                    <a:pt x="489" y="61"/>
                  </a:moveTo>
                  <a:lnTo>
                    <a:pt x="505" y="61"/>
                  </a:lnTo>
                  <a:lnTo>
                    <a:pt x="505" y="69"/>
                  </a:lnTo>
                  <a:lnTo>
                    <a:pt x="489" y="69"/>
                  </a:lnTo>
                  <a:lnTo>
                    <a:pt x="489" y="61"/>
                  </a:lnTo>
                  <a:close/>
                  <a:moveTo>
                    <a:pt x="192" y="61"/>
                  </a:moveTo>
                  <a:lnTo>
                    <a:pt x="201" y="62"/>
                  </a:lnTo>
                  <a:lnTo>
                    <a:pt x="208" y="62"/>
                  </a:lnTo>
                  <a:lnTo>
                    <a:pt x="215" y="64"/>
                  </a:lnTo>
                  <a:lnTo>
                    <a:pt x="220" y="66"/>
                  </a:lnTo>
                  <a:lnTo>
                    <a:pt x="217" y="71"/>
                  </a:lnTo>
                  <a:lnTo>
                    <a:pt x="213" y="76"/>
                  </a:lnTo>
                  <a:lnTo>
                    <a:pt x="210" y="80"/>
                  </a:lnTo>
                  <a:lnTo>
                    <a:pt x="205" y="85"/>
                  </a:lnTo>
                  <a:lnTo>
                    <a:pt x="199" y="89"/>
                  </a:lnTo>
                  <a:lnTo>
                    <a:pt x="194" y="90"/>
                  </a:lnTo>
                  <a:lnTo>
                    <a:pt x="191" y="90"/>
                  </a:lnTo>
                  <a:lnTo>
                    <a:pt x="185" y="89"/>
                  </a:lnTo>
                  <a:lnTo>
                    <a:pt x="182" y="85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8" y="73"/>
                  </a:lnTo>
                  <a:lnTo>
                    <a:pt x="185" y="68"/>
                  </a:lnTo>
                  <a:lnTo>
                    <a:pt x="192" y="61"/>
                  </a:lnTo>
                  <a:close/>
                  <a:moveTo>
                    <a:pt x="435" y="54"/>
                  </a:moveTo>
                  <a:lnTo>
                    <a:pt x="440" y="54"/>
                  </a:lnTo>
                  <a:lnTo>
                    <a:pt x="444" y="54"/>
                  </a:lnTo>
                  <a:lnTo>
                    <a:pt x="447" y="54"/>
                  </a:lnTo>
                  <a:lnTo>
                    <a:pt x="449" y="54"/>
                  </a:lnTo>
                  <a:lnTo>
                    <a:pt x="452" y="54"/>
                  </a:lnTo>
                  <a:lnTo>
                    <a:pt x="456" y="54"/>
                  </a:lnTo>
                  <a:lnTo>
                    <a:pt x="461" y="54"/>
                  </a:lnTo>
                  <a:lnTo>
                    <a:pt x="461" y="61"/>
                  </a:lnTo>
                  <a:lnTo>
                    <a:pt x="438" y="66"/>
                  </a:lnTo>
                  <a:lnTo>
                    <a:pt x="435" y="54"/>
                  </a:lnTo>
                  <a:close/>
                  <a:moveTo>
                    <a:pt x="220" y="43"/>
                  </a:moveTo>
                  <a:lnTo>
                    <a:pt x="227" y="45"/>
                  </a:lnTo>
                  <a:lnTo>
                    <a:pt x="234" y="47"/>
                  </a:lnTo>
                  <a:lnTo>
                    <a:pt x="240" y="50"/>
                  </a:lnTo>
                  <a:lnTo>
                    <a:pt x="236" y="50"/>
                  </a:lnTo>
                  <a:lnTo>
                    <a:pt x="227" y="54"/>
                  </a:lnTo>
                  <a:lnTo>
                    <a:pt x="217" y="54"/>
                  </a:lnTo>
                  <a:lnTo>
                    <a:pt x="205" y="54"/>
                  </a:lnTo>
                  <a:lnTo>
                    <a:pt x="205" y="50"/>
                  </a:lnTo>
                  <a:lnTo>
                    <a:pt x="208" y="50"/>
                  </a:lnTo>
                  <a:lnTo>
                    <a:pt x="212" y="47"/>
                  </a:lnTo>
                  <a:lnTo>
                    <a:pt x="217" y="45"/>
                  </a:lnTo>
                  <a:lnTo>
                    <a:pt x="220" y="43"/>
                  </a:lnTo>
                  <a:close/>
                  <a:moveTo>
                    <a:pt x="2671" y="41"/>
                  </a:moveTo>
                  <a:lnTo>
                    <a:pt x="2688" y="43"/>
                  </a:lnTo>
                  <a:lnTo>
                    <a:pt x="2692" y="47"/>
                  </a:lnTo>
                  <a:lnTo>
                    <a:pt x="2694" y="50"/>
                  </a:lnTo>
                  <a:lnTo>
                    <a:pt x="2697" y="54"/>
                  </a:lnTo>
                  <a:lnTo>
                    <a:pt x="2695" y="57"/>
                  </a:lnTo>
                  <a:lnTo>
                    <a:pt x="2695" y="59"/>
                  </a:lnTo>
                  <a:lnTo>
                    <a:pt x="2695" y="59"/>
                  </a:lnTo>
                  <a:lnTo>
                    <a:pt x="2694" y="61"/>
                  </a:lnTo>
                  <a:lnTo>
                    <a:pt x="2694" y="61"/>
                  </a:lnTo>
                  <a:lnTo>
                    <a:pt x="2683" y="75"/>
                  </a:lnTo>
                  <a:lnTo>
                    <a:pt x="2669" y="85"/>
                  </a:lnTo>
                  <a:lnTo>
                    <a:pt x="2653" y="94"/>
                  </a:lnTo>
                  <a:lnTo>
                    <a:pt x="2634" y="101"/>
                  </a:lnTo>
                  <a:lnTo>
                    <a:pt x="2617" y="108"/>
                  </a:lnTo>
                  <a:lnTo>
                    <a:pt x="2601" y="115"/>
                  </a:lnTo>
                  <a:lnTo>
                    <a:pt x="2584" y="129"/>
                  </a:lnTo>
                  <a:lnTo>
                    <a:pt x="2564" y="150"/>
                  </a:lnTo>
                  <a:lnTo>
                    <a:pt x="2544" y="174"/>
                  </a:lnTo>
                  <a:lnTo>
                    <a:pt x="2524" y="202"/>
                  </a:lnTo>
                  <a:lnTo>
                    <a:pt x="2509" y="230"/>
                  </a:lnTo>
                  <a:lnTo>
                    <a:pt x="2498" y="258"/>
                  </a:lnTo>
                  <a:lnTo>
                    <a:pt x="2493" y="284"/>
                  </a:lnTo>
                  <a:lnTo>
                    <a:pt x="2495" y="293"/>
                  </a:lnTo>
                  <a:lnTo>
                    <a:pt x="2502" y="303"/>
                  </a:lnTo>
                  <a:lnTo>
                    <a:pt x="2510" y="314"/>
                  </a:lnTo>
                  <a:lnTo>
                    <a:pt x="2521" y="322"/>
                  </a:lnTo>
                  <a:lnTo>
                    <a:pt x="2521" y="326"/>
                  </a:lnTo>
                  <a:lnTo>
                    <a:pt x="2516" y="326"/>
                  </a:lnTo>
                  <a:lnTo>
                    <a:pt x="2512" y="335"/>
                  </a:lnTo>
                  <a:lnTo>
                    <a:pt x="2498" y="329"/>
                  </a:lnTo>
                  <a:lnTo>
                    <a:pt x="2482" y="326"/>
                  </a:lnTo>
                  <a:lnTo>
                    <a:pt x="2477" y="312"/>
                  </a:lnTo>
                  <a:lnTo>
                    <a:pt x="2468" y="300"/>
                  </a:lnTo>
                  <a:lnTo>
                    <a:pt x="2460" y="291"/>
                  </a:lnTo>
                  <a:lnTo>
                    <a:pt x="2451" y="282"/>
                  </a:lnTo>
                  <a:lnTo>
                    <a:pt x="2444" y="268"/>
                  </a:lnTo>
                  <a:lnTo>
                    <a:pt x="2454" y="261"/>
                  </a:lnTo>
                  <a:lnTo>
                    <a:pt x="2460" y="258"/>
                  </a:lnTo>
                  <a:lnTo>
                    <a:pt x="2460" y="253"/>
                  </a:lnTo>
                  <a:lnTo>
                    <a:pt x="2458" y="249"/>
                  </a:lnTo>
                  <a:lnTo>
                    <a:pt x="2456" y="242"/>
                  </a:lnTo>
                  <a:lnTo>
                    <a:pt x="2458" y="235"/>
                  </a:lnTo>
                  <a:lnTo>
                    <a:pt x="2463" y="226"/>
                  </a:lnTo>
                  <a:lnTo>
                    <a:pt x="2470" y="221"/>
                  </a:lnTo>
                  <a:lnTo>
                    <a:pt x="2477" y="214"/>
                  </a:lnTo>
                  <a:lnTo>
                    <a:pt x="2482" y="204"/>
                  </a:lnTo>
                  <a:lnTo>
                    <a:pt x="2479" y="202"/>
                  </a:lnTo>
                  <a:lnTo>
                    <a:pt x="2475" y="200"/>
                  </a:lnTo>
                  <a:lnTo>
                    <a:pt x="2475" y="199"/>
                  </a:lnTo>
                  <a:lnTo>
                    <a:pt x="2474" y="199"/>
                  </a:lnTo>
                  <a:lnTo>
                    <a:pt x="2474" y="197"/>
                  </a:lnTo>
                  <a:lnTo>
                    <a:pt x="2474" y="195"/>
                  </a:lnTo>
                  <a:lnTo>
                    <a:pt x="2482" y="186"/>
                  </a:lnTo>
                  <a:lnTo>
                    <a:pt x="2491" y="178"/>
                  </a:lnTo>
                  <a:lnTo>
                    <a:pt x="2496" y="165"/>
                  </a:lnTo>
                  <a:lnTo>
                    <a:pt x="2498" y="162"/>
                  </a:lnTo>
                  <a:lnTo>
                    <a:pt x="2496" y="157"/>
                  </a:lnTo>
                  <a:lnTo>
                    <a:pt x="2496" y="153"/>
                  </a:lnTo>
                  <a:lnTo>
                    <a:pt x="2495" y="151"/>
                  </a:lnTo>
                  <a:lnTo>
                    <a:pt x="2495" y="146"/>
                  </a:lnTo>
                  <a:lnTo>
                    <a:pt x="2495" y="143"/>
                  </a:lnTo>
                  <a:lnTo>
                    <a:pt x="2496" y="137"/>
                  </a:lnTo>
                  <a:lnTo>
                    <a:pt x="2510" y="122"/>
                  </a:lnTo>
                  <a:lnTo>
                    <a:pt x="2528" y="106"/>
                  </a:lnTo>
                  <a:lnTo>
                    <a:pt x="2550" y="90"/>
                  </a:lnTo>
                  <a:lnTo>
                    <a:pt x="2573" y="78"/>
                  </a:lnTo>
                  <a:lnTo>
                    <a:pt x="2592" y="69"/>
                  </a:lnTo>
                  <a:lnTo>
                    <a:pt x="2624" y="69"/>
                  </a:lnTo>
                  <a:lnTo>
                    <a:pt x="2634" y="64"/>
                  </a:lnTo>
                  <a:lnTo>
                    <a:pt x="2641" y="59"/>
                  </a:lnTo>
                  <a:lnTo>
                    <a:pt x="2646" y="52"/>
                  </a:lnTo>
                  <a:lnTo>
                    <a:pt x="2652" y="48"/>
                  </a:lnTo>
                  <a:lnTo>
                    <a:pt x="2659" y="45"/>
                  </a:lnTo>
                  <a:lnTo>
                    <a:pt x="2671" y="41"/>
                  </a:lnTo>
                  <a:close/>
                  <a:moveTo>
                    <a:pt x="400" y="15"/>
                  </a:moveTo>
                  <a:lnTo>
                    <a:pt x="416" y="15"/>
                  </a:lnTo>
                  <a:lnTo>
                    <a:pt x="421" y="22"/>
                  </a:lnTo>
                  <a:lnTo>
                    <a:pt x="428" y="29"/>
                  </a:lnTo>
                  <a:lnTo>
                    <a:pt x="435" y="34"/>
                  </a:lnTo>
                  <a:lnTo>
                    <a:pt x="432" y="38"/>
                  </a:lnTo>
                  <a:lnTo>
                    <a:pt x="430" y="40"/>
                  </a:lnTo>
                  <a:lnTo>
                    <a:pt x="428" y="41"/>
                  </a:lnTo>
                  <a:lnTo>
                    <a:pt x="426" y="45"/>
                  </a:lnTo>
                  <a:lnTo>
                    <a:pt x="425" y="48"/>
                  </a:lnTo>
                  <a:lnTo>
                    <a:pt x="423" y="54"/>
                  </a:lnTo>
                  <a:lnTo>
                    <a:pt x="418" y="54"/>
                  </a:lnTo>
                  <a:lnTo>
                    <a:pt x="411" y="54"/>
                  </a:lnTo>
                  <a:lnTo>
                    <a:pt x="407" y="52"/>
                  </a:lnTo>
                  <a:lnTo>
                    <a:pt x="402" y="52"/>
                  </a:lnTo>
                  <a:lnTo>
                    <a:pt x="397" y="50"/>
                  </a:lnTo>
                  <a:lnTo>
                    <a:pt x="397" y="43"/>
                  </a:lnTo>
                  <a:lnTo>
                    <a:pt x="398" y="38"/>
                  </a:lnTo>
                  <a:lnTo>
                    <a:pt x="400" y="31"/>
                  </a:lnTo>
                  <a:lnTo>
                    <a:pt x="400" y="24"/>
                  </a:lnTo>
                  <a:lnTo>
                    <a:pt x="400" y="15"/>
                  </a:lnTo>
                  <a:close/>
                  <a:moveTo>
                    <a:pt x="3165" y="0"/>
                  </a:moveTo>
                  <a:lnTo>
                    <a:pt x="3184" y="0"/>
                  </a:lnTo>
                  <a:lnTo>
                    <a:pt x="3188" y="5"/>
                  </a:lnTo>
                  <a:lnTo>
                    <a:pt x="3189" y="7"/>
                  </a:lnTo>
                  <a:lnTo>
                    <a:pt x="3191" y="10"/>
                  </a:lnTo>
                  <a:lnTo>
                    <a:pt x="3195" y="14"/>
                  </a:lnTo>
                  <a:lnTo>
                    <a:pt x="3196" y="19"/>
                  </a:lnTo>
                  <a:lnTo>
                    <a:pt x="3191" y="21"/>
                  </a:lnTo>
                  <a:lnTo>
                    <a:pt x="3189" y="22"/>
                  </a:lnTo>
                  <a:lnTo>
                    <a:pt x="3186" y="24"/>
                  </a:lnTo>
                  <a:lnTo>
                    <a:pt x="3184" y="27"/>
                  </a:lnTo>
                  <a:lnTo>
                    <a:pt x="3182" y="29"/>
                  </a:lnTo>
                  <a:lnTo>
                    <a:pt x="3181" y="34"/>
                  </a:lnTo>
                  <a:lnTo>
                    <a:pt x="3195" y="38"/>
                  </a:lnTo>
                  <a:lnTo>
                    <a:pt x="3202" y="41"/>
                  </a:lnTo>
                  <a:lnTo>
                    <a:pt x="3209" y="48"/>
                  </a:lnTo>
                  <a:lnTo>
                    <a:pt x="3216" y="57"/>
                  </a:lnTo>
                  <a:lnTo>
                    <a:pt x="3228" y="52"/>
                  </a:lnTo>
                  <a:lnTo>
                    <a:pt x="3240" y="50"/>
                  </a:lnTo>
                  <a:lnTo>
                    <a:pt x="3254" y="48"/>
                  </a:lnTo>
                  <a:lnTo>
                    <a:pt x="3270" y="43"/>
                  </a:lnTo>
                  <a:lnTo>
                    <a:pt x="3271" y="41"/>
                  </a:lnTo>
                  <a:lnTo>
                    <a:pt x="3271" y="41"/>
                  </a:lnTo>
                  <a:lnTo>
                    <a:pt x="3273" y="43"/>
                  </a:lnTo>
                  <a:lnTo>
                    <a:pt x="3273" y="45"/>
                  </a:lnTo>
                  <a:lnTo>
                    <a:pt x="3273" y="47"/>
                  </a:lnTo>
                  <a:lnTo>
                    <a:pt x="3287" y="54"/>
                  </a:lnTo>
                  <a:lnTo>
                    <a:pt x="3298" y="62"/>
                  </a:lnTo>
                  <a:lnTo>
                    <a:pt x="3306" y="73"/>
                  </a:lnTo>
                  <a:lnTo>
                    <a:pt x="3315" y="85"/>
                  </a:lnTo>
                  <a:lnTo>
                    <a:pt x="3315" y="108"/>
                  </a:lnTo>
                  <a:lnTo>
                    <a:pt x="3303" y="117"/>
                  </a:lnTo>
                  <a:lnTo>
                    <a:pt x="3298" y="125"/>
                  </a:lnTo>
                  <a:lnTo>
                    <a:pt x="3294" y="134"/>
                  </a:lnTo>
                  <a:lnTo>
                    <a:pt x="3289" y="143"/>
                  </a:lnTo>
                  <a:lnTo>
                    <a:pt x="3275" y="151"/>
                  </a:lnTo>
                  <a:lnTo>
                    <a:pt x="3259" y="160"/>
                  </a:lnTo>
                  <a:lnTo>
                    <a:pt x="3243" y="171"/>
                  </a:lnTo>
                  <a:lnTo>
                    <a:pt x="3231" y="185"/>
                  </a:lnTo>
                  <a:lnTo>
                    <a:pt x="3235" y="185"/>
                  </a:lnTo>
                  <a:lnTo>
                    <a:pt x="3247" y="178"/>
                  </a:lnTo>
                  <a:lnTo>
                    <a:pt x="3261" y="176"/>
                  </a:lnTo>
                  <a:lnTo>
                    <a:pt x="3277" y="178"/>
                  </a:lnTo>
                  <a:lnTo>
                    <a:pt x="3277" y="181"/>
                  </a:lnTo>
                  <a:lnTo>
                    <a:pt x="3275" y="185"/>
                  </a:lnTo>
                  <a:lnTo>
                    <a:pt x="3275" y="186"/>
                  </a:lnTo>
                  <a:lnTo>
                    <a:pt x="3275" y="188"/>
                  </a:lnTo>
                  <a:lnTo>
                    <a:pt x="3275" y="188"/>
                  </a:lnTo>
                  <a:lnTo>
                    <a:pt x="3275" y="190"/>
                  </a:lnTo>
                  <a:lnTo>
                    <a:pt x="3277" y="190"/>
                  </a:lnTo>
                  <a:lnTo>
                    <a:pt x="3280" y="192"/>
                  </a:lnTo>
                  <a:lnTo>
                    <a:pt x="3285" y="186"/>
                  </a:lnTo>
                  <a:lnTo>
                    <a:pt x="3292" y="181"/>
                  </a:lnTo>
                  <a:lnTo>
                    <a:pt x="3299" y="176"/>
                  </a:lnTo>
                  <a:lnTo>
                    <a:pt x="3308" y="172"/>
                  </a:lnTo>
                  <a:lnTo>
                    <a:pt x="3308" y="178"/>
                  </a:lnTo>
                  <a:lnTo>
                    <a:pt x="3305" y="183"/>
                  </a:lnTo>
                  <a:lnTo>
                    <a:pt x="3303" y="188"/>
                  </a:lnTo>
                  <a:lnTo>
                    <a:pt x="3301" y="195"/>
                  </a:lnTo>
                  <a:lnTo>
                    <a:pt x="3299" y="204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3" y="206"/>
                  </a:lnTo>
                  <a:lnTo>
                    <a:pt x="3303" y="207"/>
                  </a:lnTo>
                  <a:lnTo>
                    <a:pt x="3312" y="207"/>
                  </a:lnTo>
                  <a:lnTo>
                    <a:pt x="3312" y="195"/>
                  </a:lnTo>
                  <a:lnTo>
                    <a:pt x="3329" y="193"/>
                  </a:lnTo>
                  <a:lnTo>
                    <a:pt x="3345" y="193"/>
                  </a:lnTo>
                  <a:lnTo>
                    <a:pt x="3357" y="195"/>
                  </a:lnTo>
                  <a:lnTo>
                    <a:pt x="3369" y="204"/>
                  </a:lnTo>
                  <a:lnTo>
                    <a:pt x="3369" y="206"/>
                  </a:lnTo>
                  <a:lnTo>
                    <a:pt x="3369" y="211"/>
                  </a:lnTo>
                  <a:lnTo>
                    <a:pt x="3371" y="216"/>
                  </a:lnTo>
                  <a:lnTo>
                    <a:pt x="3371" y="221"/>
                  </a:lnTo>
                  <a:lnTo>
                    <a:pt x="3373" y="226"/>
                  </a:lnTo>
                  <a:lnTo>
                    <a:pt x="3423" y="230"/>
                  </a:lnTo>
                  <a:lnTo>
                    <a:pt x="3427" y="219"/>
                  </a:lnTo>
                  <a:lnTo>
                    <a:pt x="3427" y="216"/>
                  </a:lnTo>
                  <a:lnTo>
                    <a:pt x="3427" y="214"/>
                  </a:lnTo>
                  <a:lnTo>
                    <a:pt x="3427" y="211"/>
                  </a:lnTo>
                  <a:lnTo>
                    <a:pt x="3427" y="206"/>
                  </a:lnTo>
                  <a:lnTo>
                    <a:pt x="3427" y="200"/>
                  </a:lnTo>
                  <a:lnTo>
                    <a:pt x="3430" y="199"/>
                  </a:lnTo>
                  <a:lnTo>
                    <a:pt x="3430" y="199"/>
                  </a:lnTo>
                  <a:lnTo>
                    <a:pt x="3432" y="199"/>
                  </a:lnTo>
                  <a:lnTo>
                    <a:pt x="3432" y="197"/>
                  </a:lnTo>
                  <a:lnTo>
                    <a:pt x="3434" y="195"/>
                  </a:lnTo>
                  <a:lnTo>
                    <a:pt x="3444" y="200"/>
                  </a:lnTo>
                  <a:lnTo>
                    <a:pt x="3455" y="206"/>
                  </a:lnTo>
                  <a:lnTo>
                    <a:pt x="3465" y="211"/>
                  </a:lnTo>
                  <a:lnTo>
                    <a:pt x="3476" y="202"/>
                  </a:lnTo>
                  <a:lnTo>
                    <a:pt x="3488" y="197"/>
                  </a:lnTo>
                  <a:lnTo>
                    <a:pt x="3507" y="195"/>
                  </a:lnTo>
                  <a:lnTo>
                    <a:pt x="3507" y="200"/>
                  </a:lnTo>
                  <a:lnTo>
                    <a:pt x="3510" y="200"/>
                  </a:lnTo>
                  <a:lnTo>
                    <a:pt x="3519" y="235"/>
                  </a:lnTo>
                  <a:lnTo>
                    <a:pt x="3507" y="247"/>
                  </a:lnTo>
                  <a:lnTo>
                    <a:pt x="3500" y="265"/>
                  </a:lnTo>
                  <a:lnTo>
                    <a:pt x="3502" y="268"/>
                  </a:lnTo>
                  <a:lnTo>
                    <a:pt x="3504" y="272"/>
                  </a:lnTo>
                  <a:lnTo>
                    <a:pt x="3504" y="275"/>
                  </a:lnTo>
                  <a:lnTo>
                    <a:pt x="3505" y="279"/>
                  </a:lnTo>
                  <a:lnTo>
                    <a:pt x="3507" y="284"/>
                  </a:lnTo>
                  <a:lnTo>
                    <a:pt x="3516" y="293"/>
                  </a:lnTo>
                  <a:lnTo>
                    <a:pt x="3528" y="300"/>
                  </a:lnTo>
                  <a:lnTo>
                    <a:pt x="3538" y="307"/>
                  </a:lnTo>
                  <a:lnTo>
                    <a:pt x="3538" y="307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2" y="303"/>
                  </a:lnTo>
                  <a:lnTo>
                    <a:pt x="3547" y="295"/>
                  </a:lnTo>
                  <a:lnTo>
                    <a:pt x="3551" y="284"/>
                  </a:lnTo>
                  <a:lnTo>
                    <a:pt x="3554" y="274"/>
                  </a:lnTo>
                  <a:lnTo>
                    <a:pt x="3561" y="265"/>
                  </a:lnTo>
                  <a:lnTo>
                    <a:pt x="3561" y="274"/>
                  </a:lnTo>
                  <a:lnTo>
                    <a:pt x="3563" y="281"/>
                  </a:lnTo>
                  <a:lnTo>
                    <a:pt x="3566" y="286"/>
                  </a:lnTo>
                  <a:lnTo>
                    <a:pt x="3572" y="289"/>
                  </a:lnTo>
                  <a:lnTo>
                    <a:pt x="3579" y="291"/>
                  </a:lnTo>
                  <a:lnTo>
                    <a:pt x="3587" y="293"/>
                  </a:lnTo>
                  <a:lnTo>
                    <a:pt x="3600" y="272"/>
                  </a:lnTo>
                  <a:lnTo>
                    <a:pt x="3605" y="277"/>
                  </a:lnTo>
                  <a:lnTo>
                    <a:pt x="3610" y="281"/>
                  </a:lnTo>
                  <a:lnTo>
                    <a:pt x="3613" y="286"/>
                  </a:lnTo>
                  <a:lnTo>
                    <a:pt x="3619" y="289"/>
                  </a:lnTo>
                  <a:lnTo>
                    <a:pt x="3626" y="293"/>
                  </a:lnTo>
                  <a:lnTo>
                    <a:pt x="3629" y="289"/>
                  </a:lnTo>
                  <a:lnTo>
                    <a:pt x="3633" y="286"/>
                  </a:lnTo>
                  <a:lnTo>
                    <a:pt x="3636" y="286"/>
                  </a:lnTo>
                  <a:lnTo>
                    <a:pt x="3638" y="286"/>
                  </a:lnTo>
                  <a:lnTo>
                    <a:pt x="3643" y="286"/>
                  </a:lnTo>
                  <a:lnTo>
                    <a:pt x="3647" y="288"/>
                  </a:lnTo>
                  <a:lnTo>
                    <a:pt x="3654" y="288"/>
                  </a:lnTo>
                  <a:lnTo>
                    <a:pt x="3652" y="270"/>
                  </a:lnTo>
                  <a:lnTo>
                    <a:pt x="3648" y="258"/>
                  </a:lnTo>
                  <a:lnTo>
                    <a:pt x="3645" y="242"/>
                  </a:lnTo>
                  <a:lnTo>
                    <a:pt x="3657" y="239"/>
                  </a:lnTo>
                  <a:lnTo>
                    <a:pt x="3668" y="235"/>
                  </a:lnTo>
                  <a:lnTo>
                    <a:pt x="3685" y="235"/>
                  </a:lnTo>
                  <a:lnTo>
                    <a:pt x="3704" y="237"/>
                  </a:lnTo>
                  <a:lnTo>
                    <a:pt x="3723" y="242"/>
                  </a:lnTo>
                  <a:lnTo>
                    <a:pt x="3741" y="247"/>
                  </a:lnTo>
                  <a:lnTo>
                    <a:pt x="3757" y="253"/>
                  </a:lnTo>
                  <a:lnTo>
                    <a:pt x="3764" y="258"/>
                  </a:lnTo>
                  <a:lnTo>
                    <a:pt x="3767" y="261"/>
                  </a:lnTo>
                  <a:lnTo>
                    <a:pt x="3769" y="267"/>
                  </a:lnTo>
                  <a:lnTo>
                    <a:pt x="3769" y="270"/>
                  </a:lnTo>
                  <a:lnTo>
                    <a:pt x="3771" y="272"/>
                  </a:lnTo>
                  <a:lnTo>
                    <a:pt x="3771" y="275"/>
                  </a:lnTo>
                  <a:lnTo>
                    <a:pt x="3774" y="277"/>
                  </a:lnTo>
                  <a:lnTo>
                    <a:pt x="3778" y="279"/>
                  </a:lnTo>
                  <a:lnTo>
                    <a:pt x="3783" y="281"/>
                  </a:lnTo>
                  <a:lnTo>
                    <a:pt x="3793" y="277"/>
                  </a:lnTo>
                  <a:lnTo>
                    <a:pt x="3805" y="277"/>
                  </a:lnTo>
                  <a:lnTo>
                    <a:pt x="3818" y="277"/>
                  </a:lnTo>
                  <a:lnTo>
                    <a:pt x="3823" y="288"/>
                  </a:lnTo>
                  <a:lnTo>
                    <a:pt x="3830" y="298"/>
                  </a:lnTo>
                  <a:lnTo>
                    <a:pt x="3840" y="307"/>
                  </a:lnTo>
                  <a:lnTo>
                    <a:pt x="3853" y="312"/>
                  </a:lnTo>
                  <a:lnTo>
                    <a:pt x="3865" y="307"/>
                  </a:lnTo>
                  <a:lnTo>
                    <a:pt x="3882" y="307"/>
                  </a:lnTo>
                  <a:lnTo>
                    <a:pt x="3898" y="309"/>
                  </a:lnTo>
                  <a:lnTo>
                    <a:pt x="3914" y="312"/>
                  </a:lnTo>
                  <a:lnTo>
                    <a:pt x="3926" y="315"/>
                  </a:lnTo>
                  <a:lnTo>
                    <a:pt x="3931" y="331"/>
                  </a:lnTo>
                  <a:lnTo>
                    <a:pt x="3933" y="345"/>
                  </a:lnTo>
                  <a:lnTo>
                    <a:pt x="3936" y="357"/>
                  </a:lnTo>
                  <a:lnTo>
                    <a:pt x="3940" y="359"/>
                  </a:lnTo>
                  <a:lnTo>
                    <a:pt x="3942" y="363"/>
                  </a:lnTo>
                  <a:lnTo>
                    <a:pt x="3945" y="364"/>
                  </a:lnTo>
                  <a:lnTo>
                    <a:pt x="3978" y="361"/>
                  </a:lnTo>
                  <a:lnTo>
                    <a:pt x="4011" y="361"/>
                  </a:lnTo>
                  <a:lnTo>
                    <a:pt x="4045" y="361"/>
                  </a:lnTo>
                  <a:lnTo>
                    <a:pt x="4048" y="368"/>
                  </a:lnTo>
                  <a:lnTo>
                    <a:pt x="4053" y="373"/>
                  </a:lnTo>
                  <a:lnTo>
                    <a:pt x="4059" y="380"/>
                  </a:lnTo>
                  <a:lnTo>
                    <a:pt x="4064" y="384"/>
                  </a:lnTo>
                  <a:lnTo>
                    <a:pt x="4071" y="389"/>
                  </a:lnTo>
                  <a:lnTo>
                    <a:pt x="4071" y="384"/>
                  </a:lnTo>
                  <a:lnTo>
                    <a:pt x="4073" y="382"/>
                  </a:lnTo>
                  <a:lnTo>
                    <a:pt x="4074" y="378"/>
                  </a:lnTo>
                  <a:lnTo>
                    <a:pt x="4074" y="375"/>
                  </a:lnTo>
                  <a:lnTo>
                    <a:pt x="4076" y="370"/>
                  </a:lnTo>
                  <a:lnTo>
                    <a:pt x="4073" y="364"/>
                  </a:lnTo>
                  <a:lnTo>
                    <a:pt x="4071" y="361"/>
                  </a:lnTo>
                  <a:lnTo>
                    <a:pt x="4069" y="359"/>
                  </a:lnTo>
                  <a:lnTo>
                    <a:pt x="4069" y="356"/>
                  </a:lnTo>
                  <a:lnTo>
                    <a:pt x="4071" y="352"/>
                  </a:lnTo>
                  <a:lnTo>
                    <a:pt x="4071" y="347"/>
                  </a:lnTo>
                  <a:lnTo>
                    <a:pt x="4071" y="342"/>
                  </a:lnTo>
                  <a:lnTo>
                    <a:pt x="4088" y="345"/>
                  </a:lnTo>
                  <a:lnTo>
                    <a:pt x="4100" y="352"/>
                  </a:lnTo>
                  <a:lnTo>
                    <a:pt x="4114" y="357"/>
                  </a:lnTo>
                  <a:lnTo>
                    <a:pt x="4120" y="357"/>
                  </a:lnTo>
                  <a:lnTo>
                    <a:pt x="4125" y="357"/>
                  </a:lnTo>
                  <a:lnTo>
                    <a:pt x="4130" y="356"/>
                  </a:lnTo>
                  <a:lnTo>
                    <a:pt x="4134" y="352"/>
                  </a:lnTo>
                  <a:lnTo>
                    <a:pt x="4137" y="350"/>
                  </a:lnTo>
                  <a:lnTo>
                    <a:pt x="4141" y="349"/>
                  </a:lnTo>
                  <a:lnTo>
                    <a:pt x="4198" y="373"/>
                  </a:lnTo>
                  <a:lnTo>
                    <a:pt x="4230" y="406"/>
                  </a:lnTo>
                  <a:lnTo>
                    <a:pt x="4235" y="410"/>
                  </a:lnTo>
                  <a:lnTo>
                    <a:pt x="4240" y="410"/>
                  </a:lnTo>
                  <a:lnTo>
                    <a:pt x="4245" y="411"/>
                  </a:lnTo>
                  <a:lnTo>
                    <a:pt x="4251" y="411"/>
                  </a:lnTo>
                  <a:lnTo>
                    <a:pt x="4256" y="415"/>
                  </a:lnTo>
                  <a:lnTo>
                    <a:pt x="4266" y="424"/>
                  </a:lnTo>
                  <a:lnTo>
                    <a:pt x="4273" y="434"/>
                  </a:lnTo>
                  <a:lnTo>
                    <a:pt x="4280" y="443"/>
                  </a:lnTo>
                  <a:lnTo>
                    <a:pt x="4289" y="450"/>
                  </a:lnTo>
                  <a:lnTo>
                    <a:pt x="4306" y="453"/>
                  </a:lnTo>
                  <a:lnTo>
                    <a:pt x="4308" y="452"/>
                  </a:lnTo>
                  <a:lnTo>
                    <a:pt x="4310" y="452"/>
                  </a:lnTo>
                  <a:lnTo>
                    <a:pt x="4312" y="450"/>
                  </a:lnTo>
                  <a:lnTo>
                    <a:pt x="4313" y="450"/>
                  </a:lnTo>
                  <a:lnTo>
                    <a:pt x="4317" y="450"/>
                  </a:lnTo>
                  <a:lnTo>
                    <a:pt x="4327" y="462"/>
                  </a:lnTo>
                  <a:lnTo>
                    <a:pt x="4338" y="474"/>
                  </a:lnTo>
                  <a:lnTo>
                    <a:pt x="4347" y="487"/>
                  </a:lnTo>
                  <a:lnTo>
                    <a:pt x="4352" y="504"/>
                  </a:lnTo>
                  <a:lnTo>
                    <a:pt x="4317" y="504"/>
                  </a:lnTo>
                  <a:lnTo>
                    <a:pt x="4315" y="507"/>
                  </a:lnTo>
                  <a:lnTo>
                    <a:pt x="4312" y="511"/>
                  </a:lnTo>
                  <a:lnTo>
                    <a:pt x="4310" y="513"/>
                  </a:lnTo>
                  <a:lnTo>
                    <a:pt x="4308" y="518"/>
                  </a:lnTo>
                  <a:lnTo>
                    <a:pt x="4306" y="523"/>
                  </a:lnTo>
                  <a:lnTo>
                    <a:pt x="4310" y="525"/>
                  </a:lnTo>
                  <a:lnTo>
                    <a:pt x="4312" y="527"/>
                  </a:lnTo>
                  <a:lnTo>
                    <a:pt x="4313" y="528"/>
                  </a:lnTo>
                  <a:lnTo>
                    <a:pt x="4315" y="532"/>
                  </a:lnTo>
                  <a:lnTo>
                    <a:pt x="4315" y="534"/>
                  </a:lnTo>
                  <a:lnTo>
                    <a:pt x="4313" y="537"/>
                  </a:lnTo>
                  <a:lnTo>
                    <a:pt x="4310" y="542"/>
                  </a:lnTo>
                  <a:lnTo>
                    <a:pt x="4308" y="544"/>
                  </a:lnTo>
                  <a:lnTo>
                    <a:pt x="4305" y="546"/>
                  </a:lnTo>
                  <a:lnTo>
                    <a:pt x="4301" y="546"/>
                  </a:lnTo>
                  <a:lnTo>
                    <a:pt x="4298" y="546"/>
                  </a:lnTo>
                  <a:lnTo>
                    <a:pt x="4291" y="546"/>
                  </a:lnTo>
                  <a:lnTo>
                    <a:pt x="4284" y="535"/>
                  </a:lnTo>
                  <a:lnTo>
                    <a:pt x="4273" y="530"/>
                  </a:lnTo>
                  <a:lnTo>
                    <a:pt x="4259" y="527"/>
                  </a:lnTo>
                  <a:lnTo>
                    <a:pt x="4259" y="514"/>
                  </a:lnTo>
                  <a:lnTo>
                    <a:pt x="4256" y="513"/>
                  </a:lnTo>
                  <a:lnTo>
                    <a:pt x="4252" y="511"/>
                  </a:lnTo>
                  <a:lnTo>
                    <a:pt x="4251" y="509"/>
                  </a:lnTo>
                  <a:lnTo>
                    <a:pt x="4247" y="507"/>
                  </a:lnTo>
                  <a:lnTo>
                    <a:pt x="4240" y="507"/>
                  </a:lnTo>
                  <a:lnTo>
                    <a:pt x="4238" y="507"/>
                  </a:lnTo>
                  <a:lnTo>
                    <a:pt x="4237" y="509"/>
                  </a:lnTo>
                  <a:lnTo>
                    <a:pt x="4235" y="509"/>
                  </a:lnTo>
                  <a:lnTo>
                    <a:pt x="4233" y="509"/>
                  </a:lnTo>
                  <a:lnTo>
                    <a:pt x="4230" y="511"/>
                  </a:lnTo>
                  <a:lnTo>
                    <a:pt x="4226" y="504"/>
                  </a:lnTo>
                  <a:lnTo>
                    <a:pt x="4221" y="497"/>
                  </a:lnTo>
                  <a:lnTo>
                    <a:pt x="4217" y="492"/>
                  </a:lnTo>
                  <a:lnTo>
                    <a:pt x="4217" y="504"/>
                  </a:lnTo>
                  <a:lnTo>
                    <a:pt x="4214" y="518"/>
                  </a:lnTo>
                  <a:lnTo>
                    <a:pt x="4210" y="530"/>
                  </a:lnTo>
                  <a:lnTo>
                    <a:pt x="4202" y="537"/>
                  </a:lnTo>
                  <a:lnTo>
                    <a:pt x="4198" y="539"/>
                  </a:lnTo>
                  <a:lnTo>
                    <a:pt x="4195" y="539"/>
                  </a:lnTo>
                  <a:lnTo>
                    <a:pt x="4193" y="539"/>
                  </a:lnTo>
                  <a:lnTo>
                    <a:pt x="4191" y="539"/>
                  </a:lnTo>
                  <a:lnTo>
                    <a:pt x="4189" y="537"/>
                  </a:lnTo>
                  <a:lnTo>
                    <a:pt x="4188" y="537"/>
                  </a:lnTo>
                  <a:lnTo>
                    <a:pt x="4186" y="537"/>
                  </a:lnTo>
                  <a:lnTo>
                    <a:pt x="4184" y="539"/>
                  </a:lnTo>
                  <a:lnTo>
                    <a:pt x="4182" y="541"/>
                  </a:lnTo>
                  <a:lnTo>
                    <a:pt x="4179" y="546"/>
                  </a:lnTo>
                  <a:lnTo>
                    <a:pt x="4189" y="558"/>
                  </a:lnTo>
                  <a:lnTo>
                    <a:pt x="4200" y="579"/>
                  </a:lnTo>
                  <a:lnTo>
                    <a:pt x="4205" y="603"/>
                  </a:lnTo>
                  <a:lnTo>
                    <a:pt x="4202" y="603"/>
                  </a:lnTo>
                  <a:lnTo>
                    <a:pt x="4200" y="605"/>
                  </a:lnTo>
                  <a:lnTo>
                    <a:pt x="4196" y="605"/>
                  </a:lnTo>
                  <a:lnTo>
                    <a:pt x="4191" y="607"/>
                  </a:lnTo>
                  <a:lnTo>
                    <a:pt x="4184" y="602"/>
                  </a:lnTo>
                  <a:lnTo>
                    <a:pt x="4179" y="598"/>
                  </a:lnTo>
                  <a:lnTo>
                    <a:pt x="4172" y="597"/>
                  </a:lnTo>
                  <a:lnTo>
                    <a:pt x="4163" y="595"/>
                  </a:lnTo>
                  <a:lnTo>
                    <a:pt x="4158" y="609"/>
                  </a:lnTo>
                  <a:lnTo>
                    <a:pt x="4148" y="616"/>
                  </a:lnTo>
                  <a:lnTo>
                    <a:pt x="4135" y="621"/>
                  </a:lnTo>
                  <a:lnTo>
                    <a:pt x="4121" y="626"/>
                  </a:lnTo>
                  <a:lnTo>
                    <a:pt x="4120" y="640"/>
                  </a:lnTo>
                  <a:lnTo>
                    <a:pt x="4116" y="651"/>
                  </a:lnTo>
                  <a:lnTo>
                    <a:pt x="4109" y="661"/>
                  </a:lnTo>
                  <a:lnTo>
                    <a:pt x="4095" y="663"/>
                  </a:lnTo>
                  <a:lnTo>
                    <a:pt x="4085" y="666"/>
                  </a:lnTo>
                  <a:lnTo>
                    <a:pt x="4078" y="670"/>
                  </a:lnTo>
                  <a:lnTo>
                    <a:pt x="4071" y="672"/>
                  </a:lnTo>
                  <a:lnTo>
                    <a:pt x="4066" y="668"/>
                  </a:lnTo>
                  <a:lnTo>
                    <a:pt x="4060" y="663"/>
                  </a:lnTo>
                  <a:lnTo>
                    <a:pt x="4057" y="658"/>
                  </a:lnTo>
                  <a:lnTo>
                    <a:pt x="4050" y="659"/>
                  </a:lnTo>
                  <a:lnTo>
                    <a:pt x="4041" y="661"/>
                  </a:lnTo>
                  <a:lnTo>
                    <a:pt x="4034" y="665"/>
                  </a:lnTo>
                  <a:lnTo>
                    <a:pt x="4029" y="668"/>
                  </a:lnTo>
                  <a:lnTo>
                    <a:pt x="4029" y="675"/>
                  </a:lnTo>
                  <a:lnTo>
                    <a:pt x="4024" y="677"/>
                  </a:lnTo>
                  <a:lnTo>
                    <a:pt x="4015" y="677"/>
                  </a:lnTo>
                  <a:lnTo>
                    <a:pt x="4003" y="677"/>
                  </a:lnTo>
                  <a:lnTo>
                    <a:pt x="3992" y="679"/>
                  </a:lnTo>
                  <a:lnTo>
                    <a:pt x="3987" y="680"/>
                  </a:lnTo>
                  <a:lnTo>
                    <a:pt x="3978" y="701"/>
                  </a:lnTo>
                  <a:lnTo>
                    <a:pt x="3977" y="724"/>
                  </a:lnTo>
                  <a:lnTo>
                    <a:pt x="3977" y="750"/>
                  </a:lnTo>
                  <a:lnTo>
                    <a:pt x="3980" y="773"/>
                  </a:lnTo>
                  <a:lnTo>
                    <a:pt x="3975" y="773"/>
                  </a:lnTo>
                  <a:lnTo>
                    <a:pt x="3973" y="773"/>
                  </a:lnTo>
                  <a:lnTo>
                    <a:pt x="3971" y="773"/>
                  </a:lnTo>
                  <a:lnTo>
                    <a:pt x="3970" y="775"/>
                  </a:lnTo>
                  <a:lnTo>
                    <a:pt x="3968" y="776"/>
                  </a:lnTo>
                  <a:lnTo>
                    <a:pt x="3966" y="782"/>
                  </a:lnTo>
                  <a:lnTo>
                    <a:pt x="3964" y="787"/>
                  </a:lnTo>
                  <a:lnTo>
                    <a:pt x="3964" y="794"/>
                  </a:lnTo>
                  <a:lnTo>
                    <a:pt x="3964" y="802"/>
                  </a:lnTo>
                  <a:lnTo>
                    <a:pt x="3952" y="802"/>
                  </a:lnTo>
                  <a:lnTo>
                    <a:pt x="3945" y="813"/>
                  </a:lnTo>
                  <a:lnTo>
                    <a:pt x="3940" y="820"/>
                  </a:lnTo>
                  <a:lnTo>
                    <a:pt x="3938" y="827"/>
                  </a:lnTo>
                  <a:lnTo>
                    <a:pt x="3936" y="841"/>
                  </a:lnTo>
                  <a:lnTo>
                    <a:pt x="3933" y="841"/>
                  </a:lnTo>
                  <a:lnTo>
                    <a:pt x="3929" y="841"/>
                  </a:lnTo>
                  <a:lnTo>
                    <a:pt x="3928" y="841"/>
                  </a:lnTo>
                  <a:lnTo>
                    <a:pt x="3928" y="841"/>
                  </a:lnTo>
                  <a:lnTo>
                    <a:pt x="3926" y="841"/>
                  </a:lnTo>
                  <a:lnTo>
                    <a:pt x="3922" y="841"/>
                  </a:lnTo>
                  <a:lnTo>
                    <a:pt x="3915" y="855"/>
                  </a:lnTo>
                  <a:lnTo>
                    <a:pt x="3910" y="872"/>
                  </a:lnTo>
                  <a:lnTo>
                    <a:pt x="3898" y="872"/>
                  </a:lnTo>
                  <a:lnTo>
                    <a:pt x="3894" y="891"/>
                  </a:lnTo>
                  <a:lnTo>
                    <a:pt x="3888" y="891"/>
                  </a:lnTo>
                  <a:lnTo>
                    <a:pt x="3888" y="886"/>
                  </a:lnTo>
                  <a:lnTo>
                    <a:pt x="3874" y="867"/>
                  </a:lnTo>
                  <a:lnTo>
                    <a:pt x="3865" y="844"/>
                  </a:lnTo>
                  <a:lnTo>
                    <a:pt x="3863" y="818"/>
                  </a:lnTo>
                  <a:lnTo>
                    <a:pt x="3865" y="787"/>
                  </a:lnTo>
                  <a:lnTo>
                    <a:pt x="3870" y="783"/>
                  </a:lnTo>
                  <a:lnTo>
                    <a:pt x="3874" y="780"/>
                  </a:lnTo>
                  <a:lnTo>
                    <a:pt x="3879" y="776"/>
                  </a:lnTo>
                  <a:lnTo>
                    <a:pt x="3881" y="771"/>
                  </a:lnTo>
                  <a:lnTo>
                    <a:pt x="3884" y="764"/>
                  </a:lnTo>
                  <a:lnTo>
                    <a:pt x="3879" y="755"/>
                  </a:lnTo>
                  <a:lnTo>
                    <a:pt x="3877" y="743"/>
                  </a:lnTo>
                  <a:lnTo>
                    <a:pt x="3884" y="729"/>
                  </a:lnTo>
                  <a:lnTo>
                    <a:pt x="3891" y="724"/>
                  </a:lnTo>
                  <a:lnTo>
                    <a:pt x="3900" y="720"/>
                  </a:lnTo>
                  <a:lnTo>
                    <a:pt x="3910" y="717"/>
                  </a:lnTo>
                  <a:lnTo>
                    <a:pt x="3917" y="710"/>
                  </a:lnTo>
                  <a:lnTo>
                    <a:pt x="3931" y="689"/>
                  </a:lnTo>
                  <a:lnTo>
                    <a:pt x="3945" y="668"/>
                  </a:lnTo>
                  <a:lnTo>
                    <a:pt x="3956" y="659"/>
                  </a:lnTo>
                  <a:lnTo>
                    <a:pt x="3968" y="651"/>
                  </a:lnTo>
                  <a:lnTo>
                    <a:pt x="3980" y="642"/>
                  </a:lnTo>
                  <a:lnTo>
                    <a:pt x="3985" y="630"/>
                  </a:lnTo>
                  <a:lnTo>
                    <a:pt x="3989" y="616"/>
                  </a:lnTo>
                  <a:lnTo>
                    <a:pt x="3994" y="603"/>
                  </a:lnTo>
                  <a:lnTo>
                    <a:pt x="3994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0"/>
                  </a:lnTo>
                  <a:lnTo>
                    <a:pt x="3990" y="598"/>
                  </a:lnTo>
                  <a:lnTo>
                    <a:pt x="3987" y="600"/>
                  </a:lnTo>
                  <a:lnTo>
                    <a:pt x="3987" y="600"/>
                  </a:lnTo>
                  <a:lnTo>
                    <a:pt x="3985" y="602"/>
                  </a:lnTo>
                  <a:lnTo>
                    <a:pt x="3985" y="602"/>
                  </a:lnTo>
                  <a:lnTo>
                    <a:pt x="3984" y="603"/>
                  </a:lnTo>
                  <a:lnTo>
                    <a:pt x="3975" y="616"/>
                  </a:lnTo>
                  <a:lnTo>
                    <a:pt x="3966" y="630"/>
                  </a:lnTo>
                  <a:lnTo>
                    <a:pt x="3957" y="642"/>
                  </a:lnTo>
                  <a:lnTo>
                    <a:pt x="3945" y="651"/>
                  </a:lnTo>
                  <a:lnTo>
                    <a:pt x="3929" y="658"/>
                  </a:lnTo>
                  <a:lnTo>
                    <a:pt x="3928" y="652"/>
                  </a:lnTo>
                  <a:lnTo>
                    <a:pt x="3928" y="651"/>
                  </a:lnTo>
                  <a:lnTo>
                    <a:pt x="3926" y="647"/>
                  </a:lnTo>
                  <a:lnTo>
                    <a:pt x="3926" y="642"/>
                  </a:lnTo>
                  <a:lnTo>
                    <a:pt x="3928" y="640"/>
                  </a:lnTo>
                  <a:lnTo>
                    <a:pt x="3928" y="638"/>
                  </a:lnTo>
                  <a:lnTo>
                    <a:pt x="3928" y="637"/>
                  </a:lnTo>
                  <a:lnTo>
                    <a:pt x="3929" y="633"/>
                  </a:lnTo>
                  <a:lnTo>
                    <a:pt x="3929" y="630"/>
                  </a:lnTo>
                  <a:lnTo>
                    <a:pt x="3924" y="626"/>
                  </a:lnTo>
                  <a:lnTo>
                    <a:pt x="3919" y="624"/>
                  </a:lnTo>
                  <a:lnTo>
                    <a:pt x="3915" y="623"/>
                  </a:lnTo>
                  <a:lnTo>
                    <a:pt x="3910" y="621"/>
                  </a:lnTo>
                  <a:lnTo>
                    <a:pt x="3907" y="623"/>
                  </a:lnTo>
                  <a:lnTo>
                    <a:pt x="3898" y="628"/>
                  </a:lnTo>
                  <a:lnTo>
                    <a:pt x="3886" y="638"/>
                  </a:lnTo>
                  <a:lnTo>
                    <a:pt x="3875" y="651"/>
                  </a:lnTo>
                  <a:lnTo>
                    <a:pt x="3865" y="663"/>
                  </a:lnTo>
                  <a:lnTo>
                    <a:pt x="3860" y="672"/>
                  </a:lnTo>
                  <a:lnTo>
                    <a:pt x="3860" y="675"/>
                  </a:lnTo>
                  <a:lnTo>
                    <a:pt x="3860" y="679"/>
                  </a:lnTo>
                  <a:lnTo>
                    <a:pt x="3861" y="682"/>
                  </a:lnTo>
                  <a:lnTo>
                    <a:pt x="3863" y="687"/>
                  </a:lnTo>
                  <a:lnTo>
                    <a:pt x="3865" y="691"/>
                  </a:lnTo>
                  <a:lnTo>
                    <a:pt x="3865" y="694"/>
                  </a:lnTo>
                  <a:lnTo>
                    <a:pt x="3854" y="699"/>
                  </a:lnTo>
                  <a:lnTo>
                    <a:pt x="3842" y="701"/>
                  </a:lnTo>
                  <a:lnTo>
                    <a:pt x="3826" y="703"/>
                  </a:lnTo>
                  <a:lnTo>
                    <a:pt x="3811" y="703"/>
                  </a:lnTo>
                  <a:lnTo>
                    <a:pt x="3811" y="684"/>
                  </a:lnTo>
                  <a:lnTo>
                    <a:pt x="3795" y="687"/>
                  </a:lnTo>
                  <a:lnTo>
                    <a:pt x="3781" y="693"/>
                  </a:lnTo>
                  <a:lnTo>
                    <a:pt x="3769" y="691"/>
                  </a:lnTo>
                  <a:lnTo>
                    <a:pt x="3760" y="680"/>
                  </a:lnTo>
                  <a:lnTo>
                    <a:pt x="3725" y="675"/>
                  </a:lnTo>
                  <a:lnTo>
                    <a:pt x="3713" y="687"/>
                  </a:lnTo>
                  <a:lnTo>
                    <a:pt x="3699" y="696"/>
                  </a:lnTo>
                  <a:lnTo>
                    <a:pt x="3687" y="706"/>
                  </a:lnTo>
                  <a:lnTo>
                    <a:pt x="3680" y="719"/>
                  </a:lnTo>
                  <a:lnTo>
                    <a:pt x="3673" y="731"/>
                  </a:lnTo>
                  <a:lnTo>
                    <a:pt x="3666" y="743"/>
                  </a:lnTo>
                  <a:lnTo>
                    <a:pt x="3657" y="752"/>
                  </a:lnTo>
                  <a:lnTo>
                    <a:pt x="3629" y="761"/>
                  </a:lnTo>
                  <a:lnTo>
                    <a:pt x="3622" y="768"/>
                  </a:lnTo>
                  <a:lnTo>
                    <a:pt x="3617" y="776"/>
                  </a:lnTo>
                  <a:lnTo>
                    <a:pt x="3612" y="783"/>
                  </a:lnTo>
                  <a:lnTo>
                    <a:pt x="3600" y="792"/>
                  </a:lnTo>
                  <a:lnTo>
                    <a:pt x="3600" y="802"/>
                  </a:lnTo>
                  <a:lnTo>
                    <a:pt x="3615" y="802"/>
                  </a:lnTo>
                  <a:lnTo>
                    <a:pt x="3617" y="808"/>
                  </a:lnTo>
                  <a:lnTo>
                    <a:pt x="3619" y="811"/>
                  </a:lnTo>
                  <a:lnTo>
                    <a:pt x="3620" y="815"/>
                  </a:lnTo>
                  <a:lnTo>
                    <a:pt x="3624" y="818"/>
                  </a:lnTo>
                  <a:lnTo>
                    <a:pt x="3627" y="820"/>
                  </a:lnTo>
                  <a:lnTo>
                    <a:pt x="3634" y="822"/>
                  </a:lnTo>
                  <a:lnTo>
                    <a:pt x="3638" y="818"/>
                  </a:lnTo>
                  <a:lnTo>
                    <a:pt x="3641" y="816"/>
                  </a:lnTo>
                  <a:lnTo>
                    <a:pt x="3647" y="815"/>
                  </a:lnTo>
                  <a:lnTo>
                    <a:pt x="3652" y="815"/>
                  </a:lnTo>
                  <a:lnTo>
                    <a:pt x="3661" y="815"/>
                  </a:lnTo>
                  <a:lnTo>
                    <a:pt x="3668" y="823"/>
                  </a:lnTo>
                  <a:lnTo>
                    <a:pt x="3673" y="830"/>
                  </a:lnTo>
                  <a:lnTo>
                    <a:pt x="3676" y="839"/>
                  </a:lnTo>
                  <a:lnTo>
                    <a:pt x="3680" y="853"/>
                  </a:lnTo>
                  <a:lnTo>
                    <a:pt x="3682" y="862"/>
                  </a:lnTo>
                  <a:lnTo>
                    <a:pt x="3680" y="867"/>
                  </a:lnTo>
                  <a:lnTo>
                    <a:pt x="3675" y="872"/>
                  </a:lnTo>
                  <a:lnTo>
                    <a:pt x="3673" y="881"/>
                  </a:lnTo>
                  <a:lnTo>
                    <a:pt x="3673" y="891"/>
                  </a:lnTo>
                  <a:lnTo>
                    <a:pt x="3676" y="900"/>
                  </a:lnTo>
                  <a:lnTo>
                    <a:pt x="3680" y="909"/>
                  </a:lnTo>
                  <a:lnTo>
                    <a:pt x="3683" y="921"/>
                  </a:lnTo>
                  <a:lnTo>
                    <a:pt x="3673" y="932"/>
                  </a:lnTo>
                  <a:lnTo>
                    <a:pt x="3666" y="944"/>
                  </a:lnTo>
                  <a:lnTo>
                    <a:pt x="3661" y="956"/>
                  </a:lnTo>
                  <a:lnTo>
                    <a:pt x="3654" y="972"/>
                  </a:lnTo>
                  <a:lnTo>
                    <a:pt x="3650" y="975"/>
                  </a:lnTo>
                  <a:lnTo>
                    <a:pt x="3641" y="986"/>
                  </a:lnTo>
                  <a:lnTo>
                    <a:pt x="3631" y="998"/>
                  </a:lnTo>
                  <a:lnTo>
                    <a:pt x="3620" y="1012"/>
                  </a:lnTo>
                  <a:lnTo>
                    <a:pt x="3608" y="1024"/>
                  </a:lnTo>
                  <a:lnTo>
                    <a:pt x="3598" y="1036"/>
                  </a:lnTo>
                  <a:lnTo>
                    <a:pt x="3591" y="1045"/>
                  </a:lnTo>
                  <a:lnTo>
                    <a:pt x="3587" y="1049"/>
                  </a:lnTo>
                  <a:lnTo>
                    <a:pt x="3575" y="1052"/>
                  </a:lnTo>
                  <a:lnTo>
                    <a:pt x="3563" y="1050"/>
                  </a:lnTo>
                  <a:lnTo>
                    <a:pt x="3552" y="1050"/>
                  </a:lnTo>
                  <a:lnTo>
                    <a:pt x="3542" y="1052"/>
                  </a:lnTo>
                  <a:lnTo>
                    <a:pt x="3533" y="1061"/>
                  </a:lnTo>
                  <a:lnTo>
                    <a:pt x="3526" y="1071"/>
                  </a:lnTo>
                  <a:lnTo>
                    <a:pt x="3521" y="1082"/>
                  </a:lnTo>
                  <a:lnTo>
                    <a:pt x="3514" y="1092"/>
                  </a:lnTo>
                  <a:lnTo>
                    <a:pt x="3504" y="1099"/>
                  </a:lnTo>
                  <a:lnTo>
                    <a:pt x="3502" y="1099"/>
                  </a:lnTo>
                  <a:lnTo>
                    <a:pt x="3500" y="1101"/>
                  </a:lnTo>
                  <a:lnTo>
                    <a:pt x="3498" y="1101"/>
                  </a:lnTo>
                  <a:lnTo>
                    <a:pt x="3495" y="1101"/>
                  </a:lnTo>
                  <a:lnTo>
                    <a:pt x="3491" y="1103"/>
                  </a:lnTo>
                  <a:lnTo>
                    <a:pt x="3495" y="1113"/>
                  </a:lnTo>
                  <a:lnTo>
                    <a:pt x="3502" y="1124"/>
                  </a:lnTo>
                  <a:lnTo>
                    <a:pt x="3507" y="1136"/>
                  </a:lnTo>
                  <a:lnTo>
                    <a:pt x="3514" y="1148"/>
                  </a:lnTo>
                  <a:lnTo>
                    <a:pt x="3517" y="1159"/>
                  </a:lnTo>
                  <a:lnTo>
                    <a:pt x="3519" y="1171"/>
                  </a:lnTo>
                  <a:lnTo>
                    <a:pt x="3516" y="1179"/>
                  </a:lnTo>
                  <a:lnTo>
                    <a:pt x="3509" y="1186"/>
                  </a:lnTo>
                  <a:lnTo>
                    <a:pt x="3495" y="1192"/>
                  </a:lnTo>
                  <a:lnTo>
                    <a:pt x="3472" y="1195"/>
                  </a:lnTo>
                  <a:lnTo>
                    <a:pt x="3472" y="1186"/>
                  </a:lnTo>
                  <a:lnTo>
                    <a:pt x="3470" y="1178"/>
                  </a:lnTo>
                  <a:lnTo>
                    <a:pt x="3470" y="1166"/>
                  </a:lnTo>
                  <a:lnTo>
                    <a:pt x="3472" y="1152"/>
                  </a:lnTo>
                  <a:lnTo>
                    <a:pt x="3472" y="1141"/>
                  </a:lnTo>
                  <a:lnTo>
                    <a:pt x="3467" y="1141"/>
                  </a:lnTo>
                  <a:lnTo>
                    <a:pt x="3463" y="1141"/>
                  </a:lnTo>
                  <a:lnTo>
                    <a:pt x="3460" y="1141"/>
                  </a:lnTo>
                  <a:lnTo>
                    <a:pt x="3458" y="1141"/>
                  </a:lnTo>
                  <a:lnTo>
                    <a:pt x="3456" y="1139"/>
                  </a:lnTo>
                  <a:lnTo>
                    <a:pt x="3453" y="1138"/>
                  </a:lnTo>
                  <a:lnTo>
                    <a:pt x="3449" y="1132"/>
                  </a:lnTo>
                  <a:lnTo>
                    <a:pt x="3453" y="1127"/>
                  </a:lnTo>
                  <a:lnTo>
                    <a:pt x="3456" y="1122"/>
                  </a:lnTo>
                  <a:lnTo>
                    <a:pt x="3458" y="1117"/>
                  </a:lnTo>
                  <a:lnTo>
                    <a:pt x="3462" y="1110"/>
                  </a:lnTo>
                  <a:lnTo>
                    <a:pt x="3453" y="1110"/>
                  </a:lnTo>
                  <a:lnTo>
                    <a:pt x="3442" y="1108"/>
                  </a:lnTo>
                  <a:lnTo>
                    <a:pt x="3430" y="1111"/>
                  </a:lnTo>
                  <a:lnTo>
                    <a:pt x="3416" y="1117"/>
                  </a:lnTo>
                  <a:lnTo>
                    <a:pt x="3404" y="1122"/>
                  </a:lnTo>
                  <a:lnTo>
                    <a:pt x="3404" y="1118"/>
                  </a:lnTo>
                  <a:lnTo>
                    <a:pt x="3406" y="1113"/>
                  </a:lnTo>
                  <a:lnTo>
                    <a:pt x="3408" y="1110"/>
                  </a:lnTo>
                  <a:lnTo>
                    <a:pt x="3409" y="1104"/>
                  </a:lnTo>
                  <a:lnTo>
                    <a:pt x="3411" y="1101"/>
                  </a:lnTo>
                  <a:lnTo>
                    <a:pt x="3414" y="1094"/>
                  </a:lnTo>
                  <a:lnTo>
                    <a:pt x="3411" y="1094"/>
                  </a:lnTo>
                  <a:lnTo>
                    <a:pt x="3408" y="1092"/>
                  </a:lnTo>
                  <a:lnTo>
                    <a:pt x="3404" y="1092"/>
                  </a:lnTo>
                  <a:lnTo>
                    <a:pt x="3399" y="1090"/>
                  </a:lnTo>
                  <a:lnTo>
                    <a:pt x="3388" y="1101"/>
                  </a:lnTo>
                  <a:lnTo>
                    <a:pt x="3376" y="1110"/>
                  </a:lnTo>
                  <a:lnTo>
                    <a:pt x="3364" y="1120"/>
                  </a:lnTo>
                  <a:lnTo>
                    <a:pt x="3357" y="1132"/>
                  </a:lnTo>
                  <a:lnTo>
                    <a:pt x="3364" y="1136"/>
                  </a:lnTo>
                  <a:lnTo>
                    <a:pt x="3369" y="1139"/>
                  </a:lnTo>
                  <a:lnTo>
                    <a:pt x="3373" y="1143"/>
                  </a:lnTo>
                  <a:lnTo>
                    <a:pt x="3376" y="1146"/>
                  </a:lnTo>
                  <a:lnTo>
                    <a:pt x="3380" y="1152"/>
                  </a:lnTo>
                  <a:lnTo>
                    <a:pt x="3390" y="1146"/>
                  </a:lnTo>
                  <a:lnTo>
                    <a:pt x="3399" y="1143"/>
                  </a:lnTo>
                  <a:lnTo>
                    <a:pt x="3408" y="1143"/>
                  </a:lnTo>
                  <a:lnTo>
                    <a:pt x="3418" y="1148"/>
                  </a:lnTo>
                  <a:lnTo>
                    <a:pt x="3423" y="1148"/>
                  </a:lnTo>
                  <a:lnTo>
                    <a:pt x="3423" y="1160"/>
                  </a:lnTo>
                  <a:lnTo>
                    <a:pt x="3404" y="1160"/>
                  </a:lnTo>
                  <a:lnTo>
                    <a:pt x="3397" y="1169"/>
                  </a:lnTo>
                  <a:lnTo>
                    <a:pt x="3390" y="1176"/>
                  </a:lnTo>
                  <a:lnTo>
                    <a:pt x="3385" y="1183"/>
                  </a:lnTo>
                  <a:lnTo>
                    <a:pt x="3380" y="1195"/>
                  </a:lnTo>
                  <a:lnTo>
                    <a:pt x="3394" y="1204"/>
                  </a:lnTo>
                  <a:lnTo>
                    <a:pt x="3402" y="1218"/>
                  </a:lnTo>
                  <a:lnTo>
                    <a:pt x="3409" y="1237"/>
                  </a:lnTo>
                  <a:lnTo>
                    <a:pt x="3413" y="1256"/>
                  </a:lnTo>
                  <a:lnTo>
                    <a:pt x="3414" y="1277"/>
                  </a:lnTo>
                  <a:lnTo>
                    <a:pt x="3414" y="1295"/>
                  </a:lnTo>
                  <a:lnTo>
                    <a:pt x="3402" y="1303"/>
                  </a:lnTo>
                  <a:lnTo>
                    <a:pt x="3395" y="1317"/>
                  </a:lnTo>
                  <a:lnTo>
                    <a:pt x="3388" y="1330"/>
                  </a:lnTo>
                  <a:lnTo>
                    <a:pt x="3380" y="1344"/>
                  </a:lnTo>
                  <a:lnTo>
                    <a:pt x="3362" y="1363"/>
                  </a:lnTo>
                  <a:lnTo>
                    <a:pt x="3339" y="1377"/>
                  </a:lnTo>
                  <a:lnTo>
                    <a:pt x="3315" y="1387"/>
                  </a:lnTo>
                  <a:lnTo>
                    <a:pt x="3287" y="1396"/>
                  </a:lnTo>
                  <a:lnTo>
                    <a:pt x="3261" y="1401"/>
                  </a:lnTo>
                  <a:lnTo>
                    <a:pt x="3261" y="1408"/>
                  </a:lnTo>
                  <a:lnTo>
                    <a:pt x="3261" y="1412"/>
                  </a:lnTo>
                  <a:lnTo>
                    <a:pt x="3261" y="1415"/>
                  </a:lnTo>
                  <a:lnTo>
                    <a:pt x="3261" y="1417"/>
                  </a:lnTo>
                  <a:lnTo>
                    <a:pt x="3263" y="1419"/>
                  </a:lnTo>
                  <a:lnTo>
                    <a:pt x="3263" y="1424"/>
                  </a:lnTo>
                  <a:lnTo>
                    <a:pt x="3264" y="1429"/>
                  </a:lnTo>
                  <a:lnTo>
                    <a:pt x="3261" y="1433"/>
                  </a:lnTo>
                  <a:lnTo>
                    <a:pt x="3257" y="1436"/>
                  </a:lnTo>
                  <a:lnTo>
                    <a:pt x="3256" y="1438"/>
                  </a:lnTo>
                  <a:lnTo>
                    <a:pt x="3252" y="1441"/>
                  </a:lnTo>
                  <a:lnTo>
                    <a:pt x="3245" y="1445"/>
                  </a:lnTo>
                  <a:lnTo>
                    <a:pt x="3243" y="1445"/>
                  </a:lnTo>
                  <a:lnTo>
                    <a:pt x="3242" y="1447"/>
                  </a:lnTo>
                  <a:lnTo>
                    <a:pt x="3240" y="1447"/>
                  </a:lnTo>
                  <a:lnTo>
                    <a:pt x="3238" y="1447"/>
                  </a:lnTo>
                  <a:lnTo>
                    <a:pt x="3235" y="1448"/>
                  </a:lnTo>
                  <a:lnTo>
                    <a:pt x="3233" y="1443"/>
                  </a:lnTo>
                  <a:lnTo>
                    <a:pt x="3231" y="1438"/>
                  </a:lnTo>
                  <a:lnTo>
                    <a:pt x="3231" y="1433"/>
                  </a:lnTo>
                  <a:lnTo>
                    <a:pt x="3231" y="1424"/>
                  </a:lnTo>
                  <a:lnTo>
                    <a:pt x="3235" y="1422"/>
                  </a:lnTo>
                  <a:lnTo>
                    <a:pt x="3238" y="1422"/>
                  </a:lnTo>
                  <a:lnTo>
                    <a:pt x="3242" y="1420"/>
                  </a:lnTo>
                  <a:lnTo>
                    <a:pt x="3243" y="1417"/>
                  </a:lnTo>
                  <a:lnTo>
                    <a:pt x="3245" y="1413"/>
                  </a:lnTo>
                  <a:lnTo>
                    <a:pt x="3243" y="1410"/>
                  </a:lnTo>
                  <a:lnTo>
                    <a:pt x="3240" y="1405"/>
                  </a:lnTo>
                  <a:lnTo>
                    <a:pt x="3238" y="1401"/>
                  </a:lnTo>
                  <a:lnTo>
                    <a:pt x="3235" y="1399"/>
                  </a:lnTo>
                  <a:lnTo>
                    <a:pt x="3233" y="1399"/>
                  </a:lnTo>
                  <a:lnTo>
                    <a:pt x="3228" y="1398"/>
                  </a:lnTo>
                  <a:lnTo>
                    <a:pt x="3222" y="1398"/>
                  </a:lnTo>
                  <a:lnTo>
                    <a:pt x="3216" y="1406"/>
                  </a:lnTo>
                  <a:lnTo>
                    <a:pt x="3209" y="1412"/>
                  </a:lnTo>
                  <a:lnTo>
                    <a:pt x="3203" y="1417"/>
                  </a:lnTo>
                  <a:lnTo>
                    <a:pt x="3198" y="1426"/>
                  </a:lnTo>
                  <a:lnTo>
                    <a:pt x="3196" y="1440"/>
                  </a:lnTo>
                  <a:lnTo>
                    <a:pt x="3212" y="1455"/>
                  </a:lnTo>
                  <a:lnTo>
                    <a:pt x="3224" y="1471"/>
                  </a:lnTo>
                  <a:lnTo>
                    <a:pt x="3235" y="1488"/>
                  </a:lnTo>
                  <a:lnTo>
                    <a:pt x="3240" y="1511"/>
                  </a:lnTo>
                  <a:lnTo>
                    <a:pt x="3242" y="1539"/>
                  </a:lnTo>
                  <a:lnTo>
                    <a:pt x="3184" y="1586"/>
                  </a:lnTo>
                  <a:lnTo>
                    <a:pt x="3177" y="1586"/>
                  </a:lnTo>
                  <a:lnTo>
                    <a:pt x="3172" y="1567"/>
                  </a:lnTo>
                  <a:lnTo>
                    <a:pt x="3161" y="1553"/>
                  </a:lnTo>
                  <a:lnTo>
                    <a:pt x="3147" y="1541"/>
                  </a:lnTo>
                  <a:lnTo>
                    <a:pt x="3132" y="1529"/>
                  </a:lnTo>
                  <a:lnTo>
                    <a:pt x="3116" y="1516"/>
                  </a:lnTo>
                  <a:lnTo>
                    <a:pt x="3109" y="1544"/>
                  </a:lnTo>
                  <a:lnTo>
                    <a:pt x="3100" y="1567"/>
                  </a:lnTo>
                  <a:lnTo>
                    <a:pt x="3109" y="1572"/>
                  </a:lnTo>
                  <a:lnTo>
                    <a:pt x="3113" y="1579"/>
                  </a:lnTo>
                  <a:lnTo>
                    <a:pt x="3114" y="1588"/>
                  </a:lnTo>
                  <a:lnTo>
                    <a:pt x="3120" y="1598"/>
                  </a:lnTo>
                  <a:lnTo>
                    <a:pt x="3121" y="1600"/>
                  </a:lnTo>
                  <a:lnTo>
                    <a:pt x="3125" y="1600"/>
                  </a:lnTo>
                  <a:lnTo>
                    <a:pt x="3128" y="1600"/>
                  </a:lnTo>
                  <a:lnTo>
                    <a:pt x="3132" y="1600"/>
                  </a:lnTo>
                  <a:lnTo>
                    <a:pt x="3135" y="1602"/>
                  </a:lnTo>
                  <a:lnTo>
                    <a:pt x="3149" y="1616"/>
                  </a:lnTo>
                  <a:lnTo>
                    <a:pt x="3160" y="1637"/>
                  </a:lnTo>
                  <a:lnTo>
                    <a:pt x="3167" y="1661"/>
                  </a:lnTo>
                  <a:lnTo>
                    <a:pt x="3168" y="1686"/>
                  </a:lnTo>
                  <a:lnTo>
                    <a:pt x="3158" y="1686"/>
                  </a:lnTo>
                  <a:lnTo>
                    <a:pt x="3147" y="1677"/>
                  </a:lnTo>
                  <a:lnTo>
                    <a:pt x="3137" y="1672"/>
                  </a:lnTo>
                  <a:lnTo>
                    <a:pt x="3135" y="1670"/>
                  </a:lnTo>
                  <a:lnTo>
                    <a:pt x="3126" y="1663"/>
                  </a:lnTo>
                  <a:lnTo>
                    <a:pt x="3120" y="1649"/>
                  </a:lnTo>
                  <a:lnTo>
                    <a:pt x="3116" y="1633"/>
                  </a:lnTo>
                  <a:lnTo>
                    <a:pt x="3111" y="1619"/>
                  </a:lnTo>
                  <a:lnTo>
                    <a:pt x="3106" y="1605"/>
                  </a:lnTo>
                  <a:lnTo>
                    <a:pt x="3097" y="1593"/>
                  </a:lnTo>
                  <a:lnTo>
                    <a:pt x="3097" y="1590"/>
                  </a:lnTo>
                  <a:lnTo>
                    <a:pt x="3088" y="1593"/>
                  </a:lnTo>
                  <a:lnTo>
                    <a:pt x="3088" y="1590"/>
                  </a:lnTo>
                  <a:lnTo>
                    <a:pt x="3085" y="1576"/>
                  </a:lnTo>
                  <a:lnTo>
                    <a:pt x="3085" y="1558"/>
                  </a:lnTo>
                  <a:lnTo>
                    <a:pt x="3085" y="1539"/>
                  </a:lnTo>
                  <a:lnTo>
                    <a:pt x="3085" y="1518"/>
                  </a:lnTo>
                  <a:lnTo>
                    <a:pt x="3083" y="1499"/>
                  </a:lnTo>
                  <a:lnTo>
                    <a:pt x="3076" y="1483"/>
                  </a:lnTo>
                  <a:lnTo>
                    <a:pt x="3065" y="1471"/>
                  </a:lnTo>
                  <a:lnTo>
                    <a:pt x="3062" y="1474"/>
                  </a:lnTo>
                  <a:lnTo>
                    <a:pt x="3057" y="1478"/>
                  </a:lnTo>
                  <a:lnTo>
                    <a:pt x="3053" y="1480"/>
                  </a:lnTo>
                  <a:lnTo>
                    <a:pt x="3046" y="1481"/>
                  </a:lnTo>
                  <a:lnTo>
                    <a:pt x="3039" y="1481"/>
                  </a:lnTo>
                  <a:lnTo>
                    <a:pt x="3037" y="1481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6" y="1480"/>
                  </a:lnTo>
                  <a:lnTo>
                    <a:pt x="3034" y="1478"/>
                  </a:lnTo>
                  <a:lnTo>
                    <a:pt x="3034" y="1457"/>
                  </a:lnTo>
                  <a:lnTo>
                    <a:pt x="3029" y="1440"/>
                  </a:lnTo>
                  <a:lnTo>
                    <a:pt x="3022" y="1426"/>
                  </a:lnTo>
                  <a:lnTo>
                    <a:pt x="3011" y="1413"/>
                  </a:lnTo>
                  <a:lnTo>
                    <a:pt x="3003" y="1399"/>
                  </a:lnTo>
                  <a:lnTo>
                    <a:pt x="2992" y="1382"/>
                  </a:lnTo>
                  <a:lnTo>
                    <a:pt x="2989" y="1385"/>
                  </a:lnTo>
                  <a:lnTo>
                    <a:pt x="2987" y="1387"/>
                  </a:lnTo>
                  <a:lnTo>
                    <a:pt x="2985" y="1391"/>
                  </a:lnTo>
                  <a:lnTo>
                    <a:pt x="2983" y="1392"/>
                  </a:lnTo>
                  <a:lnTo>
                    <a:pt x="2982" y="1394"/>
                  </a:lnTo>
                  <a:lnTo>
                    <a:pt x="2966" y="1396"/>
                  </a:lnTo>
                  <a:lnTo>
                    <a:pt x="2952" y="1394"/>
                  </a:lnTo>
                  <a:lnTo>
                    <a:pt x="2938" y="1394"/>
                  </a:lnTo>
                  <a:lnTo>
                    <a:pt x="2934" y="1408"/>
                  </a:lnTo>
                  <a:lnTo>
                    <a:pt x="2929" y="1415"/>
                  </a:lnTo>
                  <a:lnTo>
                    <a:pt x="2926" y="1417"/>
                  </a:lnTo>
                  <a:lnTo>
                    <a:pt x="2919" y="1417"/>
                  </a:lnTo>
                  <a:lnTo>
                    <a:pt x="2912" y="1419"/>
                  </a:lnTo>
                  <a:lnTo>
                    <a:pt x="2905" y="1424"/>
                  </a:lnTo>
                  <a:lnTo>
                    <a:pt x="2893" y="1455"/>
                  </a:lnTo>
                  <a:lnTo>
                    <a:pt x="2877" y="1455"/>
                  </a:lnTo>
                  <a:lnTo>
                    <a:pt x="2868" y="1462"/>
                  </a:lnTo>
                  <a:lnTo>
                    <a:pt x="2859" y="1471"/>
                  </a:lnTo>
                  <a:lnTo>
                    <a:pt x="2847" y="1478"/>
                  </a:lnTo>
                  <a:lnTo>
                    <a:pt x="2844" y="1513"/>
                  </a:lnTo>
                  <a:lnTo>
                    <a:pt x="2835" y="1543"/>
                  </a:lnTo>
                  <a:lnTo>
                    <a:pt x="2823" y="1567"/>
                  </a:lnTo>
                  <a:lnTo>
                    <a:pt x="2804" y="1590"/>
                  </a:lnTo>
                  <a:lnTo>
                    <a:pt x="2802" y="1590"/>
                  </a:lnTo>
                  <a:lnTo>
                    <a:pt x="2800" y="1588"/>
                  </a:lnTo>
                  <a:lnTo>
                    <a:pt x="2798" y="1588"/>
                  </a:lnTo>
                  <a:lnTo>
                    <a:pt x="2798" y="1588"/>
                  </a:lnTo>
                  <a:lnTo>
                    <a:pt x="2797" y="1586"/>
                  </a:lnTo>
                  <a:lnTo>
                    <a:pt x="2786" y="1574"/>
                  </a:lnTo>
                  <a:lnTo>
                    <a:pt x="2776" y="1555"/>
                  </a:lnTo>
                  <a:lnTo>
                    <a:pt x="2770" y="1539"/>
                  </a:lnTo>
                  <a:lnTo>
                    <a:pt x="2769" y="1536"/>
                  </a:lnTo>
                  <a:lnTo>
                    <a:pt x="2770" y="1532"/>
                  </a:lnTo>
                  <a:lnTo>
                    <a:pt x="2772" y="1529"/>
                  </a:lnTo>
                  <a:lnTo>
                    <a:pt x="2774" y="1527"/>
                  </a:lnTo>
                  <a:lnTo>
                    <a:pt x="2774" y="1525"/>
                  </a:lnTo>
                  <a:lnTo>
                    <a:pt x="2756" y="1499"/>
                  </a:lnTo>
                  <a:lnTo>
                    <a:pt x="2744" y="1471"/>
                  </a:lnTo>
                  <a:lnTo>
                    <a:pt x="2736" y="1441"/>
                  </a:lnTo>
                  <a:lnTo>
                    <a:pt x="2732" y="1405"/>
                  </a:lnTo>
                  <a:lnTo>
                    <a:pt x="2720" y="1406"/>
                  </a:lnTo>
                  <a:lnTo>
                    <a:pt x="2711" y="1406"/>
                  </a:lnTo>
                  <a:lnTo>
                    <a:pt x="2701" y="1405"/>
                  </a:lnTo>
                  <a:lnTo>
                    <a:pt x="2697" y="1401"/>
                  </a:lnTo>
                  <a:lnTo>
                    <a:pt x="2692" y="1398"/>
                  </a:lnTo>
                  <a:lnTo>
                    <a:pt x="2688" y="1394"/>
                  </a:lnTo>
                  <a:lnTo>
                    <a:pt x="2685" y="1391"/>
                  </a:lnTo>
                  <a:lnTo>
                    <a:pt x="2688" y="1378"/>
                  </a:lnTo>
                  <a:lnTo>
                    <a:pt x="2681" y="1368"/>
                  </a:lnTo>
                  <a:lnTo>
                    <a:pt x="2669" y="1359"/>
                  </a:lnTo>
                  <a:lnTo>
                    <a:pt x="2657" y="1351"/>
                  </a:lnTo>
                  <a:lnTo>
                    <a:pt x="2646" y="1340"/>
                  </a:lnTo>
                  <a:lnTo>
                    <a:pt x="2617" y="1344"/>
                  </a:lnTo>
                  <a:lnTo>
                    <a:pt x="2587" y="1344"/>
                  </a:lnTo>
                  <a:lnTo>
                    <a:pt x="2557" y="1342"/>
                  </a:lnTo>
                  <a:lnTo>
                    <a:pt x="2528" y="1340"/>
                  </a:lnTo>
                  <a:lnTo>
                    <a:pt x="2523" y="1330"/>
                  </a:lnTo>
                  <a:lnTo>
                    <a:pt x="2516" y="1317"/>
                  </a:lnTo>
                  <a:lnTo>
                    <a:pt x="2505" y="1321"/>
                  </a:lnTo>
                  <a:lnTo>
                    <a:pt x="2498" y="1323"/>
                  </a:lnTo>
                  <a:lnTo>
                    <a:pt x="2489" y="1324"/>
                  </a:lnTo>
                  <a:lnTo>
                    <a:pt x="2477" y="1324"/>
                  </a:lnTo>
                  <a:lnTo>
                    <a:pt x="2467" y="1317"/>
                  </a:lnTo>
                  <a:lnTo>
                    <a:pt x="2456" y="1312"/>
                  </a:lnTo>
                  <a:lnTo>
                    <a:pt x="2444" y="1305"/>
                  </a:lnTo>
                  <a:lnTo>
                    <a:pt x="2435" y="1298"/>
                  </a:lnTo>
                  <a:lnTo>
                    <a:pt x="2432" y="1288"/>
                  </a:lnTo>
                  <a:lnTo>
                    <a:pt x="2427" y="1279"/>
                  </a:lnTo>
                  <a:lnTo>
                    <a:pt x="2416" y="1270"/>
                  </a:lnTo>
                  <a:lnTo>
                    <a:pt x="2414" y="1270"/>
                  </a:lnTo>
                  <a:lnTo>
                    <a:pt x="2413" y="1270"/>
                  </a:lnTo>
                  <a:lnTo>
                    <a:pt x="2411" y="1270"/>
                  </a:lnTo>
                  <a:lnTo>
                    <a:pt x="2407" y="1270"/>
                  </a:lnTo>
                  <a:lnTo>
                    <a:pt x="2400" y="1270"/>
                  </a:lnTo>
                  <a:lnTo>
                    <a:pt x="2404" y="1284"/>
                  </a:lnTo>
                  <a:lnTo>
                    <a:pt x="2409" y="1300"/>
                  </a:lnTo>
                  <a:lnTo>
                    <a:pt x="2418" y="1316"/>
                  </a:lnTo>
                  <a:lnTo>
                    <a:pt x="2425" y="1330"/>
                  </a:lnTo>
                  <a:lnTo>
                    <a:pt x="2432" y="1340"/>
                  </a:lnTo>
                  <a:lnTo>
                    <a:pt x="2434" y="1335"/>
                  </a:lnTo>
                  <a:lnTo>
                    <a:pt x="2435" y="1333"/>
                  </a:lnTo>
                  <a:lnTo>
                    <a:pt x="2435" y="1331"/>
                  </a:lnTo>
                  <a:lnTo>
                    <a:pt x="2437" y="1331"/>
                  </a:lnTo>
                  <a:lnTo>
                    <a:pt x="2439" y="1331"/>
                  </a:lnTo>
                  <a:lnTo>
                    <a:pt x="2444" y="1333"/>
                  </a:lnTo>
                  <a:lnTo>
                    <a:pt x="2446" y="1338"/>
                  </a:lnTo>
                  <a:lnTo>
                    <a:pt x="2448" y="1344"/>
                  </a:lnTo>
                  <a:lnTo>
                    <a:pt x="2448" y="1349"/>
                  </a:lnTo>
                  <a:lnTo>
                    <a:pt x="2449" y="1354"/>
                  </a:lnTo>
                  <a:lnTo>
                    <a:pt x="2451" y="1359"/>
                  </a:lnTo>
                  <a:lnTo>
                    <a:pt x="2458" y="1358"/>
                  </a:lnTo>
                  <a:lnTo>
                    <a:pt x="2467" y="1356"/>
                  </a:lnTo>
                  <a:lnTo>
                    <a:pt x="2477" y="1356"/>
                  </a:lnTo>
                  <a:lnTo>
                    <a:pt x="2493" y="1338"/>
                  </a:lnTo>
                  <a:lnTo>
                    <a:pt x="2512" y="1324"/>
                  </a:lnTo>
                  <a:lnTo>
                    <a:pt x="2514" y="1342"/>
                  </a:lnTo>
                  <a:lnTo>
                    <a:pt x="2516" y="1356"/>
                  </a:lnTo>
                  <a:lnTo>
                    <a:pt x="2542" y="1370"/>
                  </a:lnTo>
                  <a:lnTo>
                    <a:pt x="2563" y="1387"/>
                  </a:lnTo>
                  <a:lnTo>
                    <a:pt x="2556" y="1396"/>
                  </a:lnTo>
                  <a:lnTo>
                    <a:pt x="2550" y="1405"/>
                  </a:lnTo>
                  <a:lnTo>
                    <a:pt x="2544" y="1412"/>
                  </a:lnTo>
                  <a:lnTo>
                    <a:pt x="2531" y="1417"/>
                  </a:lnTo>
                  <a:lnTo>
                    <a:pt x="2531" y="1436"/>
                  </a:lnTo>
                  <a:lnTo>
                    <a:pt x="2514" y="1447"/>
                  </a:lnTo>
                  <a:lnTo>
                    <a:pt x="2496" y="1459"/>
                  </a:lnTo>
                  <a:lnTo>
                    <a:pt x="2496" y="1467"/>
                  </a:lnTo>
                  <a:lnTo>
                    <a:pt x="2474" y="1467"/>
                  </a:lnTo>
                  <a:lnTo>
                    <a:pt x="2461" y="1474"/>
                  </a:lnTo>
                  <a:lnTo>
                    <a:pt x="2451" y="1485"/>
                  </a:lnTo>
                  <a:lnTo>
                    <a:pt x="2439" y="1494"/>
                  </a:lnTo>
                  <a:lnTo>
                    <a:pt x="2423" y="1501"/>
                  </a:lnTo>
                  <a:lnTo>
                    <a:pt x="2407" y="1504"/>
                  </a:lnTo>
                  <a:lnTo>
                    <a:pt x="2390" y="1509"/>
                  </a:lnTo>
                  <a:lnTo>
                    <a:pt x="2376" y="1515"/>
                  </a:lnTo>
                  <a:lnTo>
                    <a:pt x="2364" y="1522"/>
                  </a:lnTo>
                  <a:lnTo>
                    <a:pt x="2352" y="1525"/>
                  </a:lnTo>
                  <a:lnTo>
                    <a:pt x="2343" y="1525"/>
                  </a:lnTo>
                  <a:lnTo>
                    <a:pt x="2339" y="1523"/>
                  </a:lnTo>
                  <a:lnTo>
                    <a:pt x="2338" y="1523"/>
                  </a:lnTo>
                  <a:lnTo>
                    <a:pt x="2336" y="1522"/>
                  </a:lnTo>
                  <a:lnTo>
                    <a:pt x="2336" y="1522"/>
                  </a:lnTo>
                  <a:lnTo>
                    <a:pt x="2334" y="1520"/>
                  </a:lnTo>
                  <a:lnTo>
                    <a:pt x="2332" y="1516"/>
                  </a:lnTo>
                  <a:lnTo>
                    <a:pt x="2327" y="1506"/>
                  </a:lnTo>
                  <a:lnTo>
                    <a:pt x="2325" y="1495"/>
                  </a:lnTo>
                  <a:lnTo>
                    <a:pt x="2325" y="1485"/>
                  </a:lnTo>
                  <a:lnTo>
                    <a:pt x="2324" y="1474"/>
                  </a:lnTo>
                  <a:lnTo>
                    <a:pt x="2315" y="1457"/>
                  </a:lnTo>
                  <a:lnTo>
                    <a:pt x="2303" y="1441"/>
                  </a:lnTo>
                  <a:lnTo>
                    <a:pt x="2290" y="1427"/>
                  </a:lnTo>
                  <a:lnTo>
                    <a:pt x="2278" y="1413"/>
                  </a:lnTo>
                  <a:lnTo>
                    <a:pt x="2275" y="1403"/>
                  </a:lnTo>
                  <a:lnTo>
                    <a:pt x="2273" y="1391"/>
                  </a:lnTo>
                  <a:lnTo>
                    <a:pt x="2271" y="1378"/>
                  </a:lnTo>
                  <a:lnTo>
                    <a:pt x="2266" y="1368"/>
                  </a:lnTo>
                  <a:lnTo>
                    <a:pt x="2247" y="1356"/>
                  </a:lnTo>
                  <a:lnTo>
                    <a:pt x="2242" y="1344"/>
                  </a:lnTo>
                  <a:lnTo>
                    <a:pt x="2236" y="1331"/>
                  </a:lnTo>
                  <a:lnTo>
                    <a:pt x="2231" y="1319"/>
                  </a:lnTo>
                  <a:lnTo>
                    <a:pt x="2224" y="1309"/>
                  </a:lnTo>
                  <a:lnTo>
                    <a:pt x="2214" y="1302"/>
                  </a:lnTo>
                  <a:lnTo>
                    <a:pt x="2208" y="1300"/>
                  </a:lnTo>
                  <a:lnTo>
                    <a:pt x="2207" y="1296"/>
                  </a:lnTo>
                  <a:lnTo>
                    <a:pt x="2203" y="1295"/>
                  </a:lnTo>
                  <a:lnTo>
                    <a:pt x="2200" y="1293"/>
                  </a:lnTo>
                  <a:lnTo>
                    <a:pt x="2196" y="1291"/>
                  </a:lnTo>
                  <a:lnTo>
                    <a:pt x="2193" y="1288"/>
                  </a:lnTo>
                  <a:lnTo>
                    <a:pt x="2189" y="1282"/>
                  </a:lnTo>
                  <a:lnTo>
                    <a:pt x="2186" y="1275"/>
                  </a:lnTo>
                  <a:lnTo>
                    <a:pt x="2182" y="1275"/>
                  </a:lnTo>
                  <a:lnTo>
                    <a:pt x="2182" y="1282"/>
                  </a:lnTo>
                  <a:lnTo>
                    <a:pt x="2194" y="1298"/>
                  </a:lnTo>
                  <a:lnTo>
                    <a:pt x="2205" y="1316"/>
                  </a:lnTo>
                  <a:lnTo>
                    <a:pt x="2212" y="1337"/>
                  </a:lnTo>
                  <a:lnTo>
                    <a:pt x="2219" y="1356"/>
                  </a:lnTo>
                  <a:lnTo>
                    <a:pt x="2228" y="1375"/>
                  </a:lnTo>
                  <a:lnTo>
                    <a:pt x="2231" y="1378"/>
                  </a:lnTo>
                  <a:lnTo>
                    <a:pt x="2236" y="1382"/>
                  </a:lnTo>
                  <a:lnTo>
                    <a:pt x="2240" y="1385"/>
                  </a:lnTo>
                  <a:lnTo>
                    <a:pt x="2245" y="1389"/>
                  </a:lnTo>
                  <a:lnTo>
                    <a:pt x="2247" y="1394"/>
                  </a:lnTo>
                  <a:lnTo>
                    <a:pt x="2247" y="1429"/>
                  </a:lnTo>
                  <a:lnTo>
                    <a:pt x="2250" y="1433"/>
                  </a:lnTo>
                  <a:lnTo>
                    <a:pt x="2254" y="1438"/>
                  </a:lnTo>
                  <a:lnTo>
                    <a:pt x="2259" y="1441"/>
                  </a:lnTo>
                  <a:lnTo>
                    <a:pt x="2264" y="1445"/>
                  </a:lnTo>
                  <a:lnTo>
                    <a:pt x="2266" y="1448"/>
                  </a:lnTo>
                  <a:lnTo>
                    <a:pt x="2269" y="1459"/>
                  </a:lnTo>
                  <a:lnTo>
                    <a:pt x="2271" y="1467"/>
                  </a:lnTo>
                  <a:lnTo>
                    <a:pt x="2275" y="1478"/>
                  </a:lnTo>
                  <a:lnTo>
                    <a:pt x="2285" y="1490"/>
                  </a:lnTo>
                  <a:lnTo>
                    <a:pt x="2301" y="1501"/>
                  </a:lnTo>
                  <a:lnTo>
                    <a:pt x="2318" y="1511"/>
                  </a:lnTo>
                  <a:lnTo>
                    <a:pt x="2332" y="1522"/>
                  </a:lnTo>
                  <a:lnTo>
                    <a:pt x="2336" y="1527"/>
                  </a:lnTo>
                  <a:lnTo>
                    <a:pt x="2336" y="1534"/>
                  </a:lnTo>
                  <a:lnTo>
                    <a:pt x="2336" y="1539"/>
                  </a:lnTo>
                  <a:lnTo>
                    <a:pt x="2338" y="1544"/>
                  </a:lnTo>
                  <a:lnTo>
                    <a:pt x="2343" y="1550"/>
                  </a:lnTo>
                  <a:lnTo>
                    <a:pt x="2358" y="1551"/>
                  </a:lnTo>
                  <a:lnTo>
                    <a:pt x="2376" y="1543"/>
                  </a:lnTo>
                  <a:lnTo>
                    <a:pt x="2400" y="1537"/>
                  </a:lnTo>
                  <a:lnTo>
                    <a:pt x="2423" y="1532"/>
                  </a:lnTo>
                  <a:lnTo>
                    <a:pt x="2444" y="1529"/>
                  </a:lnTo>
                  <a:lnTo>
                    <a:pt x="2444" y="1532"/>
                  </a:lnTo>
                  <a:lnTo>
                    <a:pt x="2439" y="1541"/>
                  </a:lnTo>
                  <a:lnTo>
                    <a:pt x="2439" y="1551"/>
                  </a:lnTo>
                  <a:lnTo>
                    <a:pt x="2435" y="1563"/>
                  </a:lnTo>
                  <a:lnTo>
                    <a:pt x="2428" y="1581"/>
                  </a:lnTo>
                  <a:lnTo>
                    <a:pt x="2418" y="1602"/>
                  </a:lnTo>
                  <a:lnTo>
                    <a:pt x="2406" y="1623"/>
                  </a:lnTo>
                  <a:lnTo>
                    <a:pt x="2393" y="1640"/>
                  </a:lnTo>
                  <a:lnTo>
                    <a:pt x="2374" y="1659"/>
                  </a:lnTo>
                  <a:lnTo>
                    <a:pt x="2353" y="1677"/>
                  </a:lnTo>
                  <a:lnTo>
                    <a:pt x="2331" y="1694"/>
                  </a:lnTo>
                  <a:lnTo>
                    <a:pt x="2310" y="1714"/>
                  </a:lnTo>
                  <a:lnTo>
                    <a:pt x="2292" y="1735"/>
                  </a:lnTo>
                  <a:lnTo>
                    <a:pt x="2278" y="1759"/>
                  </a:lnTo>
                  <a:lnTo>
                    <a:pt x="2273" y="1782"/>
                  </a:lnTo>
                  <a:lnTo>
                    <a:pt x="2276" y="1803"/>
                  </a:lnTo>
                  <a:lnTo>
                    <a:pt x="2283" y="1824"/>
                  </a:lnTo>
                  <a:lnTo>
                    <a:pt x="2290" y="1843"/>
                  </a:lnTo>
                  <a:lnTo>
                    <a:pt x="2297" y="1864"/>
                  </a:lnTo>
                  <a:lnTo>
                    <a:pt x="2303" y="1885"/>
                  </a:lnTo>
                  <a:lnTo>
                    <a:pt x="2301" y="1906"/>
                  </a:lnTo>
                  <a:lnTo>
                    <a:pt x="2290" y="1928"/>
                  </a:lnTo>
                  <a:lnTo>
                    <a:pt x="2275" y="1939"/>
                  </a:lnTo>
                  <a:lnTo>
                    <a:pt x="2257" y="1947"/>
                  </a:lnTo>
                  <a:lnTo>
                    <a:pt x="2240" y="1956"/>
                  </a:lnTo>
                  <a:lnTo>
                    <a:pt x="2226" y="1968"/>
                  </a:lnTo>
                  <a:lnTo>
                    <a:pt x="2217" y="1986"/>
                  </a:lnTo>
                  <a:lnTo>
                    <a:pt x="2226" y="1996"/>
                  </a:lnTo>
                  <a:lnTo>
                    <a:pt x="2233" y="2012"/>
                  </a:lnTo>
                  <a:lnTo>
                    <a:pt x="2236" y="2031"/>
                  </a:lnTo>
                  <a:lnTo>
                    <a:pt x="2231" y="2035"/>
                  </a:lnTo>
                  <a:lnTo>
                    <a:pt x="2228" y="2038"/>
                  </a:lnTo>
                  <a:lnTo>
                    <a:pt x="2226" y="2040"/>
                  </a:lnTo>
                  <a:lnTo>
                    <a:pt x="2222" y="2043"/>
                  </a:lnTo>
                  <a:lnTo>
                    <a:pt x="2221" y="2047"/>
                  </a:lnTo>
                  <a:lnTo>
                    <a:pt x="2217" y="2050"/>
                  </a:lnTo>
                  <a:lnTo>
                    <a:pt x="2198" y="2054"/>
                  </a:lnTo>
                  <a:lnTo>
                    <a:pt x="2193" y="2066"/>
                  </a:lnTo>
                  <a:lnTo>
                    <a:pt x="2191" y="2080"/>
                  </a:lnTo>
                  <a:lnTo>
                    <a:pt x="2189" y="2094"/>
                  </a:lnTo>
                  <a:lnTo>
                    <a:pt x="2186" y="2108"/>
                  </a:lnTo>
                  <a:lnTo>
                    <a:pt x="2163" y="2127"/>
                  </a:lnTo>
                  <a:lnTo>
                    <a:pt x="2156" y="2143"/>
                  </a:lnTo>
                  <a:lnTo>
                    <a:pt x="2147" y="2159"/>
                  </a:lnTo>
                  <a:lnTo>
                    <a:pt x="2130" y="2174"/>
                  </a:lnTo>
                  <a:lnTo>
                    <a:pt x="2109" y="2187"/>
                  </a:lnTo>
                  <a:lnTo>
                    <a:pt x="2083" y="2194"/>
                  </a:lnTo>
                  <a:lnTo>
                    <a:pt x="2057" y="2201"/>
                  </a:lnTo>
                  <a:lnTo>
                    <a:pt x="2030" y="2206"/>
                  </a:lnTo>
                  <a:lnTo>
                    <a:pt x="2006" y="2211"/>
                  </a:lnTo>
                  <a:lnTo>
                    <a:pt x="2001" y="2208"/>
                  </a:lnTo>
                  <a:lnTo>
                    <a:pt x="1997" y="2204"/>
                  </a:lnTo>
                  <a:lnTo>
                    <a:pt x="1994" y="2202"/>
                  </a:lnTo>
                  <a:lnTo>
                    <a:pt x="1990" y="2197"/>
                  </a:lnTo>
                  <a:lnTo>
                    <a:pt x="1987" y="2194"/>
                  </a:lnTo>
                  <a:lnTo>
                    <a:pt x="1985" y="2185"/>
                  </a:lnTo>
                  <a:lnTo>
                    <a:pt x="1985" y="2174"/>
                  </a:lnTo>
                  <a:lnTo>
                    <a:pt x="1985" y="2162"/>
                  </a:lnTo>
                  <a:lnTo>
                    <a:pt x="1983" y="2150"/>
                  </a:lnTo>
                  <a:lnTo>
                    <a:pt x="1973" y="2133"/>
                  </a:lnTo>
                  <a:lnTo>
                    <a:pt x="1959" y="2117"/>
                  </a:lnTo>
                  <a:lnTo>
                    <a:pt x="1945" y="2099"/>
                  </a:lnTo>
                  <a:lnTo>
                    <a:pt x="1936" y="2082"/>
                  </a:lnTo>
                  <a:lnTo>
                    <a:pt x="1940" y="2070"/>
                  </a:lnTo>
                  <a:lnTo>
                    <a:pt x="1940" y="2068"/>
                  </a:lnTo>
                  <a:lnTo>
                    <a:pt x="1936" y="2064"/>
                  </a:lnTo>
                  <a:lnTo>
                    <a:pt x="1933" y="2063"/>
                  </a:lnTo>
                  <a:lnTo>
                    <a:pt x="1931" y="2059"/>
                  </a:lnTo>
                  <a:lnTo>
                    <a:pt x="1929" y="2059"/>
                  </a:lnTo>
                  <a:lnTo>
                    <a:pt x="1927" y="2054"/>
                  </a:lnTo>
                  <a:lnTo>
                    <a:pt x="1929" y="2049"/>
                  </a:lnTo>
                  <a:lnTo>
                    <a:pt x="1929" y="2045"/>
                  </a:lnTo>
                  <a:lnTo>
                    <a:pt x="1931" y="2042"/>
                  </a:lnTo>
                  <a:lnTo>
                    <a:pt x="1933" y="2038"/>
                  </a:lnTo>
                  <a:lnTo>
                    <a:pt x="1926" y="2035"/>
                  </a:lnTo>
                  <a:lnTo>
                    <a:pt x="1926" y="2031"/>
                  </a:lnTo>
                  <a:lnTo>
                    <a:pt x="1926" y="2028"/>
                  </a:lnTo>
                  <a:lnTo>
                    <a:pt x="1927" y="2023"/>
                  </a:lnTo>
                  <a:lnTo>
                    <a:pt x="1929" y="2019"/>
                  </a:lnTo>
                  <a:lnTo>
                    <a:pt x="1929" y="2014"/>
                  </a:lnTo>
                  <a:lnTo>
                    <a:pt x="1929" y="2009"/>
                  </a:lnTo>
                  <a:lnTo>
                    <a:pt x="1922" y="1995"/>
                  </a:lnTo>
                  <a:lnTo>
                    <a:pt x="1912" y="1979"/>
                  </a:lnTo>
                  <a:lnTo>
                    <a:pt x="1901" y="1965"/>
                  </a:lnTo>
                  <a:lnTo>
                    <a:pt x="1894" y="1951"/>
                  </a:lnTo>
                  <a:lnTo>
                    <a:pt x="1892" y="1934"/>
                  </a:lnTo>
                  <a:lnTo>
                    <a:pt x="1896" y="1914"/>
                  </a:lnTo>
                  <a:lnTo>
                    <a:pt x="1903" y="1897"/>
                  </a:lnTo>
                  <a:lnTo>
                    <a:pt x="1913" y="1878"/>
                  </a:lnTo>
                  <a:lnTo>
                    <a:pt x="1920" y="1862"/>
                  </a:lnTo>
                  <a:lnTo>
                    <a:pt x="1926" y="1848"/>
                  </a:lnTo>
                  <a:lnTo>
                    <a:pt x="1919" y="1834"/>
                  </a:lnTo>
                  <a:lnTo>
                    <a:pt x="1917" y="1822"/>
                  </a:lnTo>
                  <a:lnTo>
                    <a:pt x="1917" y="1810"/>
                  </a:lnTo>
                  <a:lnTo>
                    <a:pt x="1913" y="1794"/>
                  </a:lnTo>
                  <a:lnTo>
                    <a:pt x="1903" y="1773"/>
                  </a:lnTo>
                  <a:lnTo>
                    <a:pt x="1887" y="1752"/>
                  </a:lnTo>
                  <a:lnTo>
                    <a:pt x="1872" y="1733"/>
                  </a:lnTo>
                  <a:lnTo>
                    <a:pt x="1856" y="1717"/>
                  </a:lnTo>
                  <a:lnTo>
                    <a:pt x="1861" y="1696"/>
                  </a:lnTo>
                  <a:lnTo>
                    <a:pt x="1866" y="1677"/>
                  </a:lnTo>
                  <a:lnTo>
                    <a:pt x="1872" y="1656"/>
                  </a:lnTo>
                  <a:lnTo>
                    <a:pt x="1866" y="1653"/>
                  </a:lnTo>
                  <a:lnTo>
                    <a:pt x="1863" y="1651"/>
                  </a:lnTo>
                  <a:lnTo>
                    <a:pt x="1859" y="1647"/>
                  </a:lnTo>
                  <a:lnTo>
                    <a:pt x="1856" y="1646"/>
                  </a:lnTo>
                  <a:lnTo>
                    <a:pt x="1851" y="1646"/>
                  </a:lnTo>
                  <a:lnTo>
                    <a:pt x="1844" y="1644"/>
                  </a:lnTo>
                  <a:lnTo>
                    <a:pt x="1840" y="1647"/>
                  </a:lnTo>
                  <a:lnTo>
                    <a:pt x="1838" y="1649"/>
                  </a:lnTo>
                  <a:lnTo>
                    <a:pt x="1833" y="1651"/>
                  </a:lnTo>
                  <a:lnTo>
                    <a:pt x="1828" y="1651"/>
                  </a:lnTo>
                  <a:lnTo>
                    <a:pt x="1821" y="1651"/>
                  </a:lnTo>
                  <a:lnTo>
                    <a:pt x="1802" y="1621"/>
                  </a:lnTo>
                  <a:lnTo>
                    <a:pt x="1789" y="1619"/>
                  </a:lnTo>
                  <a:lnTo>
                    <a:pt x="1777" y="1618"/>
                  </a:lnTo>
                  <a:lnTo>
                    <a:pt x="1763" y="1616"/>
                  </a:lnTo>
                  <a:lnTo>
                    <a:pt x="1746" y="1623"/>
                  </a:lnTo>
                  <a:lnTo>
                    <a:pt x="1728" y="1630"/>
                  </a:lnTo>
                  <a:lnTo>
                    <a:pt x="1714" y="1635"/>
                  </a:lnTo>
                  <a:lnTo>
                    <a:pt x="1680" y="1628"/>
                  </a:lnTo>
                  <a:lnTo>
                    <a:pt x="1676" y="1640"/>
                  </a:lnTo>
                  <a:lnTo>
                    <a:pt x="1664" y="1640"/>
                  </a:lnTo>
                  <a:lnTo>
                    <a:pt x="1653" y="1637"/>
                  </a:lnTo>
                  <a:lnTo>
                    <a:pt x="1645" y="1635"/>
                  </a:lnTo>
                  <a:lnTo>
                    <a:pt x="1641" y="1637"/>
                  </a:lnTo>
                  <a:lnTo>
                    <a:pt x="1638" y="1640"/>
                  </a:lnTo>
                  <a:lnTo>
                    <a:pt x="1632" y="1642"/>
                  </a:lnTo>
                  <a:lnTo>
                    <a:pt x="1625" y="1644"/>
                  </a:lnTo>
                  <a:lnTo>
                    <a:pt x="1615" y="1632"/>
                  </a:lnTo>
                  <a:lnTo>
                    <a:pt x="1601" y="1625"/>
                  </a:lnTo>
                  <a:lnTo>
                    <a:pt x="1587" y="1618"/>
                  </a:lnTo>
                  <a:lnTo>
                    <a:pt x="1573" y="1611"/>
                  </a:lnTo>
                  <a:lnTo>
                    <a:pt x="1561" y="1602"/>
                  </a:lnTo>
                  <a:lnTo>
                    <a:pt x="1552" y="1579"/>
                  </a:lnTo>
                  <a:lnTo>
                    <a:pt x="1542" y="1567"/>
                  </a:lnTo>
                  <a:lnTo>
                    <a:pt x="1526" y="1555"/>
                  </a:lnTo>
                  <a:lnTo>
                    <a:pt x="1512" y="1543"/>
                  </a:lnTo>
                  <a:lnTo>
                    <a:pt x="1503" y="1532"/>
                  </a:lnTo>
                  <a:lnTo>
                    <a:pt x="1503" y="1509"/>
                  </a:lnTo>
                  <a:lnTo>
                    <a:pt x="1500" y="1499"/>
                  </a:lnTo>
                  <a:lnTo>
                    <a:pt x="1501" y="1483"/>
                  </a:lnTo>
                  <a:lnTo>
                    <a:pt x="1505" y="1469"/>
                  </a:lnTo>
                  <a:lnTo>
                    <a:pt x="1508" y="1457"/>
                  </a:lnTo>
                  <a:lnTo>
                    <a:pt x="1510" y="1448"/>
                  </a:lnTo>
                  <a:lnTo>
                    <a:pt x="1510" y="1434"/>
                  </a:lnTo>
                  <a:lnTo>
                    <a:pt x="1507" y="1426"/>
                  </a:lnTo>
                  <a:lnTo>
                    <a:pt x="1501" y="1417"/>
                  </a:lnTo>
                  <a:lnTo>
                    <a:pt x="1498" y="1410"/>
                  </a:lnTo>
                  <a:lnTo>
                    <a:pt x="1498" y="1399"/>
                  </a:lnTo>
                  <a:lnTo>
                    <a:pt x="1501" y="1385"/>
                  </a:lnTo>
                  <a:lnTo>
                    <a:pt x="1508" y="1370"/>
                  </a:lnTo>
                  <a:lnTo>
                    <a:pt x="1515" y="1352"/>
                  </a:lnTo>
                  <a:lnTo>
                    <a:pt x="1522" y="1337"/>
                  </a:lnTo>
                  <a:lnTo>
                    <a:pt x="1529" y="1324"/>
                  </a:lnTo>
                  <a:lnTo>
                    <a:pt x="1533" y="1317"/>
                  </a:lnTo>
                  <a:lnTo>
                    <a:pt x="1545" y="1307"/>
                  </a:lnTo>
                  <a:lnTo>
                    <a:pt x="1559" y="1298"/>
                  </a:lnTo>
                  <a:lnTo>
                    <a:pt x="1573" y="1291"/>
                  </a:lnTo>
                  <a:lnTo>
                    <a:pt x="1587" y="1282"/>
                  </a:lnTo>
                  <a:lnTo>
                    <a:pt x="1590" y="1274"/>
                  </a:lnTo>
                  <a:lnTo>
                    <a:pt x="1590" y="1263"/>
                  </a:lnTo>
                  <a:lnTo>
                    <a:pt x="1589" y="1251"/>
                  </a:lnTo>
                  <a:lnTo>
                    <a:pt x="1590" y="1241"/>
                  </a:lnTo>
                  <a:lnTo>
                    <a:pt x="1599" y="1227"/>
                  </a:lnTo>
                  <a:lnTo>
                    <a:pt x="1611" y="1216"/>
                  </a:lnTo>
                  <a:lnTo>
                    <a:pt x="1624" y="1206"/>
                  </a:lnTo>
                  <a:lnTo>
                    <a:pt x="1636" y="1195"/>
                  </a:lnTo>
                  <a:lnTo>
                    <a:pt x="1646" y="1183"/>
                  </a:lnTo>
                  <a:lnTo>
                    <a:pt x="1652" y="1167"/>
                  </a:lnTo>
                  <a:lnTo>
                    <a:pt x="1652" y="1166"/>
                  </a:lnTo>
                  <a:lnTo>
                    <a:pt x="1650" y="1166"/>
                  </a:lnTo>
                  <a:lnTo>
                    <a:pt x="1650" y="1164"/>
                  </a:lnTo>
                  <a:lnTo>
                    <a:pt x="1650" y="1162"/>
                  </a:lnTo>
                  <a:lnTo>
                    <a:pt x="1648" y="1160"/>
                  </a:lnTo>
                  <a:lnTo>
                    <a:pt x="1645" y="1159"/>
                  </a:lnTo>
                  <a:lnTo>
                    <a:pt x="1641" y="1157"/>
                  </a:lnTo>
                  <a:lnTo>
                    <a:pt x="1638" y="1157"/>
                  </a:lnTo>
                  <a:lnTo>
                    <a:pt x="1632" y="1155"/>
                  </a:lnTo>
                  <a:lnTo>
                    <a:pt x="1629" y="1159"/>
                  </a:lnTo>
                  <a:lnTo>
                    <a:pt x="1625" y="1159"/>
                  </a:lnTo>
                  <a:lnTo>
                    <a:pt x="1620" y="1160"/>
                  </a:lnTo>
                  <a:lnTo>
                    <a:pt x="1613" y="1160"/>
                  </a:lnTo>
                  <a:lnTo>
                    <a:pt x="1613" y="1155"/>
                  </a:lnTo>
                  <a:lnTo>
                    <a:pt x="1610" y="1155"/>
                  </a:lnTo>
                  <a:lnTo>
                    <a:pt x="1610" y="1141"/>
                  </a:lnTo>
                  <a:lnTo>
                    <a:pt x="1608" y="1122"/>
                  </a:lnTo>
                  <a:lnTo>
                    <a:pt x="1606" y="1099"/>
                  </a:lnTo>
                  <a:lnTo>
                    <a:pt x="1606" y="1077"/>
                  </a:lnTo>
                  <a:lnTo>
                    <a:pt x="1606" y="1057"/>
                  </a:lnTo>
                  <a:lnTo>
                    <a:pt x="1610" y="1045"/>
                  </a:lnTo>
                  <a:lnTo>
                    <a:pt x="1611" y="1040"/>
                  </a:lnTo>
                  <a:lnTo>
                    <a:pt x="1613" y="1036"/>
                  </a:lnTo>
                  <a:lnTo>
                    <a:pt x="1615" y="1035"/>
                  </a:lnTo>
                  <a:lnTo>
                    <a:pt x="1617" y="1035"/>
                  </a:lnTo>
                  <a:lnTo>
                    <a:pt x="1620" y="1035"/>
                  </a:lnTo>
                  <a:lnTo>
                    <a:pt x="1624" y="1033"/>
                  </a:lnTo>
                  <a:lnTo>
                    <a:pt x="1629" y="1033"/>
                  </a:lnTo>
                  <a:lnTo>
                    <a:pt x="1643" y="1038"/>
                  </a:lnTo>
                  <a:lnTo>
                    <a:pt x="1659" y="1042"/>
                  </a:lnTo>
                  <a:lnTo>
                    <a:pt x="1676" y="1042"/>
                  </a:lnTo>
                  <a:lnTo>
                    <a:pt x="1693" y="1038"/>
                  </a:lnTo>
                  <a:lnTo>
                    <a:pt x="1706" y="1033"/>
                  </a:lnTo>
                  <a:lnTo>
                    <a:pt x="1707" y="1031"/>
                  </a:lnTo>
                  <a:lnTo>
                    <a:pt x="1707" y="1029"/>
                  </a:lnTo>
                  <a:lnTo>
                    <a:pt x="1709" y="1029"/>
                  </a:lnTo>
                  <a:lnTo>
                    <a:pt x="1709" y="1028"/>
                  </a:lnTo>
                  <a:lnTo>
                    <a:pt x="1709" y="1026"/>
                  </a:lnTo>
                  <a:lnTo>
                    <a:pt x="1713" y="1012"/>
                  </a:lnTo>
                  <a:lnTo>
                    <a:pt x="1713" y="996"/>
                  </a:lnTo>
                  <a:lnTo>
                    <a:pt x="1711" y="981"/>
                  </a:lnTo>
                  <a:lnTo>
                    <a:pt x="1709" y="963"/>
                  </a:lnTo>
                  <a:lnTo>
                    <a:pt x="1697" y="960"/>
                  </a:lnTo>
                  <a:lnTo>
                    <a:pt x="1685" y="956"/>
                  </a:lnTo>
                  <a:lnTo>
                    <a:pt x="1673" y="949"/>
                  </a:lnTo>
                  <a:lnTo>
                    <a:pt x="1664" y="940"/>
                  </a:lnTo>
                  <a:lnTo>
                    <a:pt x="1667" y="939"/>
                  </a:lnTo>
                  <a:lnTo>
                    <a:pt x="1671" y="937"/>
                  </a:lnTo>
                  <a:lnTo>
                    <a:pt x="1673" y="935"/>
                  </a:lnTo>
                  <a:lnTo>
                    <a:pt x="1676" y="935"/>
                  </a:lnTo>
                  <a:lnTo>
                    <a:pt x="1680" y="933"/>
                  </a:lnTo>
                  <a:lnTo>
                    <a:pt x="1686" y="933"/>
                  </a:lnTo>
                  <a:lnTo>
                    <a:pt x="1690" y="932"/>
                  </a:lnTo>
                  <a:lnTo>
                    <a:pt x="1695" y="930"/>
                  </a:lnTo>
                  <a:lnTo>
                    <a:pt x="1700" y="930"/>
                  </a:lnTo>
                  <a:lnTo>
                    <a:pt x="1706" y="930"/>
                  </a:lnTo>
                  <a:lnTo>
                    <a:pt x="1706" y="911"/>
                  </a:lnTo>
                  <a:lnTo>
                    <a:pt x="1711" y="911"/>
                  </a:lnTo>
                  <a:lnTo>
                    <a:pt x="1716" y="912"/>
                  </a:lnTo>
                  <a:lnTo>
                    <a:pt x="1718" y="914"/>
                  </a:lnTo>
                  <a:lnTo>
                    <a:pt x="1721" y="914"/>
                  </a:lnTo>
                  <a:lnTo>
                    <a:pt x="1725" y="916"/>
                  </a:lnTo>
                  <a:lnTo>
                    <a:pt x="1728" y="918"/>
                  </a:lnTo>
                  <a:lnTo>
                    <a:pt x="1732" y="914"/>
                  </a:lnTo>
                  <a:lnTo>
                    <a:pt x="1737" y="912"/>
                  </a:lnTo>
                  <a:lnTo>
                    <a:pt x="1741" y="911"/>
                  </a:lnTo>
                  <a:lnTo>
                    <a:pt x="1746" y="909"/>
                  </a:lnTo>
                  <a:lnTo>
                    <a:pt x="1748" y="907"/>
                  </a:lnTo>
                  <a:lnTo>
                    <a:pt x="1749" y="904"/>
                  </a:lnTo>
                  <a:lnTo>
                    <a:pt x="1749" y="900"/>
                  </a:lnTo>
                  <a:lnTo>
                    <a:pt x="1749" y="897"/>
                  </a:lnTo>
                  <a:lnTo>
                    <a:pt x="1749" y="893"/>
                  </a:lnTo>
                  <a:lnTo>
                    <a:pt x="1751" y="890"/>
                  </a:lnTo>
                  <a:lnTo>
                    <a:pt x="1753" y="886"/>
                  </a:lnTo>
                  <a:lnTo>
                    <a:pt x="1786" y="876"/>
                  </a:lnTo>
                  <a:lnTo>
                    <a:pt x="1793" y="865"/>
                  </a:lnTo>
                  <a:lnTo>
                    <a:pt x="1795" y="855"/>
                  </a:lnTo>
                  <a:lnTo>
                    <a:pt x="1800" y="844"/>
                  </a:lnTo>
                  <a:lnTo>
                    <a:pt x="1810" y="837"/>
                  </a:lnTo>
                  <a:lnTo>
                    <a:pt x="1823" y="832"/>
                  </a:lnTo>
                  <a:lnTo>
                    <a:pt x="1838" y="827"/>
                  </a:lnTo>
                  <a:lnTo>
                    <a:pt x="1852" y="822"/>
                  </a:lnTo>
                  <a:lnTo>
                    <a:pt x="1854" y="820"/>
                  </a:lnTo>
                  <a:lnTo>
                    <a:pt x="1854" y="820"/>
                  </a:lnTo>
                  <a:lnTo>
                    <a:pt x="1854" y="818"/>
                  </a:lnTo>
                  <a:lnTo>
                    <a:pt x="1854" y="816"/>
                  </a:lnTo>
                  <a:lnTo>
                    <a:pt x="1856" y="815"/>
                  </a:lnTo>
                  <a:lnTo>
                    <a:pt x="1849" y="797"/>
                  </a:lnTo>
                  <a:lnTo>
                    <a:pt x="1845" y="776"/>
                  </a:lnTo>
                  <a:lnTo>
                    <a:pt x="1845" y="757"/>
                  </a:lnTo>
                  <a:lnTo>
                    <a:pt x="1844" y="741"/>
                  </a:lnTo>
                  <a:lnTo>
                    <a:pt x="1859" y="740"/>
                  </a:lnTo>
                  <a:lnTo>
                    <a:pt x="1870" y="736"/>
                  </a:lnTo>
                  <a:lnTo>
                    <a:pt x="1882" y="733"/>
                  </a:lnTo>
                  <a:lnTo>
                    <a:pt x="1882" y="741"/>
                  </a:lnTo>
                  <a:lnTo>
                    <a:pt x="1880" y="748"/>
                  </a:lnTo>
                  <a:lnTo>
                    <a:pt x="1878" y="761"/>
                  </a:lnTo>
                  <a:lnTo>
                    <a:pt x="1877" y="778"/>
                  </a:lnTo>
                  <a:lnTo>
                    <a:pt x="1875" y="794"/>
                  </a:lnTo>
                  <a:lnTo>
                    <a:pt x="1875" y="806"/>
                  </a:lnTo>
                  <a:lnTo>
                    <a:pt x="1880" y="809"/>
                  </a:lnTo>
                  <a:lnTo>
                    <a:pt x="1884" y="811"/>
                  </a:lnTo>
                  <a:lnTo>
                    <a:pt x="1885" y="813"/>
                  </a:lnTo>
                  <a:lnTo>
                    <a:pt x="1889" y="815"/>
                  </a:lnTo>
                  <a:lnTo>
                    <a:pt x="1894" y="818"/>
                  </a:lnTo>
                  <a:lnTo>
                    <a:pt x="1905" y="813"/>
                  </a:lnTo>
                  <a:lnTo>
                    <a:pt x="1912" y="813"/>
                  </a:lnTo>
                  <a:lnTo>
                    <a:pt x="1917" y="816"/>
                  </a:lnTo>
                  <a:lnTo>
                    <a:pt x="1924" y="822"/>
                  </a:lnTo>
                  <a:lnTo>
                    <a:pt x="1933" y="822"/>
                  </a:lnTo>
                  <a:lnTo>
                    <a:pt x="1943" y="818"/>
                  </a:lnTo>
                  <a:lnTo>
                    <a:pt x="1952" y="813"/>
                  </a:lnTo>
                  <a:lnTo>
                    <a:pt x="1957" y="808"/>
                  </a:lnTo>
                  <a:lnTo>
                    <a:pt x="1964" y="804"/>
                  </a:lnTo>
                  <a:lnTo>
                    <a:pt x="1973" y="801"/>
                  </a:lnTo>
                  <a:lnTo>
                    <a:pt x="1987" y="802"/>
                  </a:lnTo>
                  <a:lnTo>
                    <a:pt x="2006" y="806"/>
                  </a:lnTo>
                  <a:lnTo>
                    <a:pt x="2008" y="801"/>
                  </a:lnTo>
                  <a:lnTo>
                    <a:pt x="2009" y="799"/>
                  </a:lnTo>
                  <a:lnTo>
                    <a:pt x="2013" y="795"/>
                  </a:lnTo>
                  <a:lnTo>
                    <a:pt x="2016" y="794"/>
                  </a:lnTo>
                  <a:lnTo>
                    <a:pt x="2020" y="794"/>
                  </a:lnTo>
                  <a:lnTo>
                    <a:pt x="2025" y="792"/>
                  </a:lnTo>
                  <a:lnTo>
                    <a:pt x="2025" y="762"/>
                  </a:lnTo>
                  <a:lnTo>
                    <a:pt x="2029" y="738"/>
                  </a:lnTo>
                  <a:lnTo>
                    <a:pt x="2032" y="734"/>
                  </a:lnTo>
                  <a:lnTo>
                    <a:pt x="2036" y="733"/>
                  </a:lnTo>
                  <a:lnTo>
                    <a:pt x="2039" y="729"/>
                  </a:lnTo>
                  <a:lnTo>
                    <a:pt x="2043" y="727"/>
                  </a:lnTo>
                  <a:lnTo>
                    <a:pt x="2048" y="726"/>
                  </a:lnTo>
                  <a:lnTo>
                    <a:pt x="2048" y="729"/>
                  </a:lnTo>
                  <a:lnTo>
                    <a:pt x="2051" y="733"/>
                  </a:lnTo>
                  <a:lnTo>
                    <a:pt x="2053" y="736"/>
                  </a:lnTo>
                  <a:lnTo>
                    <a:pt x="2055" y="740"/>
                  </a:lnTo>
                  <a:lnTo>
                    <a:pt x="2057" y="741"/>
                  </a:lnTo>
                  <a:lnTo>
                    <a:pt x="2062" y="743"/>
                  </a:lnTo>
                  <a:lnTo>
                    <a:pt x="2067" y="745"/>
                  </a:lnTo>
                  <a:lnTo>
                    <a:pt x="2065" y="729"/>
                  </a:lnTo>
                  <a:lnTo>
                    <a:pt x="2064" y="719"/>
                  </a:lnTo>
                  <a:lnTo>
                    <a:pt x="2060" y="712"/>
                  </a:lnTo>
                  <a:lnTo>
                    <a:pt x="2058" y="703"/>
                  </a:lnTo>
                  <a:lnTo>
                    <a:pt x="2055" y="687"/>
                  </a:lnTo>
                  <a:lnTo>
                    <a:pt x="2064" y="686"/>
                  </a:lnTo>
                  <a:lnTo>
                    <a:pt x="2070" y="682"/>
                  </a:lnTo>
                  <a:lnTo>
                    <a:pt x="2076" y="679"/>
                  </a:lnTo>
                  <a:lnTo>
                    <a:pt x="2083" y="675"/>
                  </a:lnTo>
                  <a:lnTo>
                    <a:pt x="2095" y="675"/>
                  </a:lnTo>
                  <a:lnTo>
                    <a:pt x="2107" y="677"/>
                  </a:lnTo>
                  <a:lnTo>
                    <a:pt x="2116" y="679"/>
                  </a:lnTo>
                  <a:lnTo>
                    <a:pt x="2125" y="675"/>
                  </a:lnTo>
                  <a:lnTo>
                    <a:pt x="2132" y="665"/>
                  </a:lnTo>
                  <a:lnTo>
                    <a:pt x="2126" y="663"/>
                  </a:lnTo>
                  <a:lnTo>
                    <a:pt x="2121" y="661"/>
                  </a:lnTo>
                  <a:lnTo>
                    <a:pt x="2118" y="659"/>
                  </a:lnTo>
                  <a:lnTo>
                    <a:pt x="2112" y="658"/>
                  </a:lnTo>
                  <a:lnTo>
                    <a:pt x="2105" y="658"/>
                  </a:lnTo>
                  <a:lnTo>
                    <a:pt x="2088" y="666"/>
                  </a:lnTo>
                  <a:lnTo>
                    <a:pt x="2069" y="672"/>
                  </a:lnTo>
                  <a:lnTo>
                    <a:pt x="2048" y="675"/>
                  </a:lnTo>
                  <a:lnTo>
                    <a:pt x="2044" y="666"/>
                  </a:lnTo>
                  <a:lnTo>
                    <a:pt x="2039" y="659"/>
                  </a:lnTo>
                  <a:lnTo>
                    <a:pt x="2034" y="652"/>
                  </a:lnTo>
                  <a:lnTo>
                    <a:pt x="2030" y="644"/>
                  </a:lnTo>
                  <a:lnTo>
                    <a:pt x="2029" y="630"/>
                  </a:lnTo>
                  <a:lnTo>
                    <a:pt x="2030" y="619"/>
                  </a:lnTo>
                  <a:lnTo>
                    <a:pt x="2029" y="607"/>
                  </a:lnTo>
                  <a:lnTo>
                    <a:pt x="2027" y="593"/>
                  </a:lnTo>
                  <a:lnTo>
                    <a:pt x="2029" y="581"/>
                  </a:lnTo>
                  <a:lnTo>
                    <a:pt x="2037" y="563"/>
                  </a:lnTo>
                  <a:lnTo>
                    <a:pt x="2051" y="551"/>
                  </a:lnTo>
                  <a:lnTo>
                    <a:pt x="2065" y="537"/>
                  </a:lnTo>
                  <a:lnTo>
                    <a:pt x="2077" y="523"/>
                  </a:lnTo>
                  <a:lnTo>
                    <a:pt x="2086" y="507"/>
                  </a:lnTo>
                  <a:lnTo>
                    <a:pt x="2081" y="502"/>
                  </a:lnTo>
                  <a:lnTo>
                    <a:pt x="2076" y="497"/>
                  </a:lnTo>
                  <a:lnTo>
                    <a:pt x="2070" y="492"/>
                  </a:lnTo>
                  <a:lnTo>
                    <a:pt x="2057" y="494"/>
                  </a:lnTo>
                  <a:lnTo>
                    <a:pt x="2041" y="495"/>
                  </a:lnTo>
                  <a:lnTo>
                    <a:pt x="2036" y="520"/>
                  </a:lnTo>
                  <a:lnTo>
                    <a:pt x="2027" y="539"/>
                  </a:lnTo>
                  <a:lnTo>
                    <a:pt x="2015" y="555"/>
                  </a:lnTo>
                  <a:lnTo>
                    <a:pt x="2001" y="570"/>
                  </a:lnTo>
                  <a:lnTo>
                    <a:pt x="1988" y="588"/>
                  </a:lnTo>
                  <a:lnTo>
                    <a:pt x="1980" y="609"/>
                  </a:lnTo>
                  <a:lnTo>
                    <a:pt x="1974" y="633"/>
                  </a:lnTo>
                  <a:lnTo>
                    <a:pt x="1985" y="642"/>
                  </a:lnTo>
                  <a:lnTo>
                    <a:pt x="1995" y="652"/>
                  </a:lnTo>
                  <a:lnTo>
                    <a:pt x="2002" y="665"/>
                  </a:lnTo>
                  <a:lnTo>
                    <a:pt x="2006" y="680"/>
                  </a:lnTo>
                  <a:lnTo>
                    <a:pt x="2001" y="682"/>
                  </a:lnTo>
                  <a:lnTo>
                    <a:pt x="1999" y="684"/>
                  </a:lnTo>
                  <a:lnTo>
                    <a:pt x="1997" y="686"/>
                  </a:lnTo>
                  <a:lnTo>
                    <a:pt x="1997" y="686"/>
                  </a:lnTo>
                  <a:lnTo>
                    <a:pt x="1997" y="687"/>
                  </a:lnTo>
                  <a:lnTo>
                    <a:pt x="1995" y="689"/>
                  </a:lnTo>
                  <a:lnTo>
                    <a:pt x="1995" y="693"/>
                  </a:lnTo>
                  <a:lnTo>
                    <a:pt x="1994" y="694"/>
                  </a:lnTo>
                  <a:lnTo>
                    <a:pt x="1971" y="703"/>
                  </a:lnTo>
                  <a:lnTo>
                    <a:pt x="1968" y="724"/>
                  </a:lnTo>
                  <a:lnTo>
                    <a:pt x="1961" y="740"/>
                  </a:lnTo>
                  <a:lnTo>
                    <a:pt x="1954" y="752"/>
                  </a:lnTo>
                  <a:lnTo>
                    <a:pt x="1943" y="762"/>
                  </a:lnTo>
                  <a:lnTo>
                    <a:pt x="1934" y="773"/>
                  </a:lnTo>
                  <a:lnTo>
                    <a:pt x="1926" y="787"/>
                  </a:lnTo>
                  <a:lnTo>
                    <a:pt x="1920" y="787"/>
                  </a:lnTo>
                  <a:lnTo>
                    <a:pt x="1920" y="783"/>
                  </a:lnTo>
                  <a:lnTo>
                    <a:pt x="1906" y="764"/>
                  </a:lnTo>
                  <a:lnTo>
                    <a:pt x="1898" y="743"/>
                  </a:lnTo>
                  <a:lnTo>
                    <a:pt x="1892" y="720"/>
                  </a:lnTo>
                  <a:lnTo>
                    <a:pt x="1882" y="694"/>
                  </a:lnTo>
                  <a:lnTo>
                    <a:pt x="1868" y="701"/>
                  </a:lnTo>
                  <a:lnTo>
                    <a:pt x="1859" y="710"/>
                  </a:lnTo>
                  <a:lnTo>
                    <a:pt x="1849" y="717"/>
                  </a:lnTo>
                  <a:lnTo>
                    <a:pt x="1838" y="722"/>
                  </a:lnTo>
                  <a:lnTo>
                    <a:pt x="1821" y="726"/>
                  </a:lnTo>
                  <a:lnTo>
                    <a:pt x="1819" y="724"/>
                  </a:lnTo>
                  <a:lnTo>
                    <a:pt x="1817" y="724"/>
                  </a:lnTo>
                  <a:lnTo>
                    <a:pt x="1816" y="724"/>
                  </a:lnTo>
                  <a:lnTo>
                    <a:pt x="1814" y="722"/>
                  </a:lnTo>
                  <a:lnTo>
                    <a:pt x="1810" y="722"/>
                  </a:lnTo>
                  <a:lnTo>
                    <a:pt x="1809" y="701"/>
                  </a:lnTo>
                  <a:lnTo>
                    <a:pt x="1807" y="684"/>
                  </a:lnTo>
                  <a:lnTo>
                    <a:pt x="1803" y="670"/>
                  </a:lnTo>
                  <a:lnTo>
                    <a:pt x="1800" y="654"/>
                  </a:lnTo>
                  <a:lnTo>
                    <a:pt x="1798" y="633"/>
                  </a:lnTo>
                  <a:lnTo>
                    <a:pt x="1807" y="624"/>
                  </a:lnTo>
                  <a:lnTo>
                    <a:pt x="1810" y="616"/>
                  </a:lnTo>
                  <a:lnTo>
                    <a:pt x="1812" y="605"/>
                  </a:lnTo>
                  <a:lnTo>
                    <a:pt x="1817" y="591"/>
                  </a:lnTo>
                  <a:lnTo>
                    <a:pt x="1821" y="588"/>
                  </a:lnTo>
                  <a:lnTo>
                    <a:pt x="1826" y="583"/>
                  </a:lnTo>
                  <a:lnTo>
                    <a:pt x="1831" y="577"/>
                  </a:lnTo>
                  <a:lnTo>
                    <a:pt x="1837" y="572"/>
                  </a:lnTo>
                  <a:lnTo>
                    <a:pt x="1840" y="574"/>
                  </a:lnTo>
                  <a:lnTo>
                    <a:pt x="1842" y="576"/>
                  </a:lnTo>
                  <a:lnTo>
                    <a:pt x="1844" y="577"/>
                  </a:lnTo>
                  <a:lnTo>
                    <a:pt x="1845" y="579"/>
                  </a:lnTo>
                  <a:lnTo>
                    <a:pt x="1845" y="579"/>
                  </a:lnTo>
                  <a:lnTo>
                    <a:pt x="1849" y="576"/>
                  </a:lnTo>
                  <a:lnTo>
                    <a:pt x="1851" y="572"/>
                  </a:lnTo>
                  <a:lnTo>
                    <a:pt x="1852" y="569"/>
                  </a:lnTo>
                  <a:lnTo>
                    <a:pt x="1854" y="563"/>
                  </a:lnTo>
                  <a:lnTo>
                    <a:pt x="1856" y="560"/>
                  </a:lnTo>
                  <a:lnTo>
                    <a:pt x="1868" y="553"/>
                  </a:lnTo>
                  <a:lnTo>
                    <a:pt x="1878" y="549"/>
                  </a:lnTo>
                  <a:lnTo>
                    <a:pt x="1887" y="541"/>
                  </a:lnTo>
                  <a:lnTo>
                    <a:pt x="1884" y="539"/>
                  </a:lnTo>
                  <a:lnTo>
                    <a:pt x="1882" y="539"/>
                  </a:lnTo>
                  <a:lnTo>
                    <a:pt x="1880" y="539"/>
                  </a:lnTo>
                  <a:lnTo>
                    <a:pt x="1880" y="537"/>
                  </a:lnTo>
                  <a:lnTo>
                    <a:pt x="1880" y="537"/>
                  </a:lnTo>
                  <a:lnTo>
                    <a:pt x="1880" y="534"/>
                  </a:lnTo>
                  <a:lnTo>
                    <a:pt x="1878" y="530"/>
                  </a:lnTo>
                  <a:lnTo>
                    <a:pt x="1891" y="514"/>
                  </a:lnTo>
                  <a:lnTo>
                    <a:pt x="1903" y="495"/>
                  </a:lnTo>
                  <a:lnTo>
                    <a:pt x="1913" y="473"/>
                  </a:lnTo>
                  <a:lnTo>
                    <a:pt x="1924" y="450"/>
                  </a:lnTo>
                  <a:lnTo>
                    <a:pt x="1934" y="427"/>
                  </a:lnTo>
                  <a:lnTo>
                    <a:pt x="1947" y="406"/>
                  </a:lnTo>
                  <a:lnTo>
                    <a:pt x="1959" y="392"/>
                  </a:lnTo>
                  <a:lnTo>
                    <a:pt x="1974" y="384"/>
                  </a:lnTo>
                  <a:lnTo>
                    <a:pt x="1974" y="370"/>
                  </a:lnTo>
                  <a:lnTo>
                    <a:pt x="1990" y="370"/>
                  </a:lnTo>
                  <a:lnTo>
                    <a:pt x="1999" y="354"/>
                  </a:lnTo>
                  <a:lnTo>
                    <a:pt x="2013" y="343"/>
                  </a:lnTo>
                  <a:lnTo>
                    <a:pt x="2032" y="338"/>
                  </a:lnTo>
                  <a:lnTo>
                    <a:pt x="2034" y="340"/>
                  </a:lnTo>
                  <a:lnTo>
                    <a:pt x="2036" y="340"/>
                  </a:lnTo>
                  <a:lnTo>
                    <a:pt x="2036" y="340"/>
                  </a:lnTo>
                  <a:lnTo>
                    <a:pt x="2037" y="340"/>
                  </a:lnTo>
                  <a:lnTo>
                    <a:pt x="2041" y="342"/>
                  </a:lnTo>
                  <a:lnTo>
                    <a:pt x="2041" y="329"/>
                  </a:lnTo>
                  <a:lnTo>
                    <a:pt x="2046" y="329"/>
                  </a:lnTo>
                  <a:lnTo>
                    <a:pt x="2050" y="329"/>
                  </a:lnTo>
                  <a:lnTo>
                    <a:pt x="2053" y="329"/>
                  </a:lnTo>
                  <a:lnTo>
                    <a:pt x="2055" y="329"/>
                  </a:lnTo>
                  <a:lnTo>
                    <a:pt x="2057" y="331"/>
                  </a:lnTo>
                  <a:lnTo>
                    <a:pt x="2058" y="331"/>
                  </a:lnTo>
                  <a:lnTo>
                    <a:pt x="2064" y="335"/>
                  </a:lnTo>
                  <a:lnTo>
                    <a:pt x="2070" y="321"/>
                  </a:lnTo>
                  <a:lnTo>
                    <a:pt x="2081" y="312"/>
                  </a:lnTo>
                  <a:lnTo>
                    <a:pt x="2093" y="309"/>
                  </a:lnTo>
                  <a:lnTo>
                    <a:pt x="2109" y="305"/>
                  </a:lnTo>
                  <a:lnTo>
                    <a:pt x="2125" y="303"/>
                  </a:lnTo>
                  <a:lnTo>
                    <a:pt x="2132" y="310"/>
                  </a:lnTo>
                  <a:lnTo>
                    <a:pt x="2140" y="314"/>
                  </a:lnTo>
                  <a:lnTo>
                    <a:pt x="2147" y="315"/>
                  </a:lnTo>
                  <a:lnTo>
                    <a:pt x="2154" y="317"/>
                  </a:lnTo>
                  <a:lnTo>
                    <a:pt x="2160" y="324"/>
                  </a:lnTo>
                  <a:lnTo>
                    <a:pt x="2163" y="338"/>
                  </a:lnTo>
                  <a:lnTo>
                    <a:pt x="2161" y="340"/>
                  </a:lnTo>
                  <a:lnTo>
                    <a:pt x="2160" y="342"/>
                  </a:lnTo>
                  <a:lnTo>
                    <a:pt x="2158" y="342"/>
                  </a:lnTo>
                  <a:lnTo>
                    <a:pt x="2158" y="343"/>
                  </a:lnTo>
                  <a:lnTo>
                    <a:pt x="2156" y="345"/>
                  </a:lnTo>
                  <a:lnTo>
                    <a:pt x="2156" y="349"/>
                  </a:lnTo>
                  <a:lnTo>
                    <a:pt x="2158" y="352"/>
                  </a:lnTo>
                  <a:lnTo>
                    <a:pt x="2160" y="352"/>
                  </a:lnTo>
                  <a:lnTo>
                    <a:pt x="2161" y="354"/>
                  </a:lnTo>
                  <a:lnTo>
                    <a:pt x="2163" y="357"/>
                  </a:lnTo>
                  <a:lnTo>
                    <a:pt x="2175" y="352"/>
                  </a:lnTo>
                  <a:lnTo>
                    <a:pt x="2182" y="350"/>
                  </a:lnTo>
                  <a:lnTo>
                    <a:pt x="2187" y="350"/>
                  </a:lnTo>
                  <a:lnTo>
                    <a:pt x="2189" y="354"/>
                  </a:lnTo>
                  <a:lnTo>
                    <a:pt x="2191" y="359"/>
                  </a:lnTo>
                  <a:lnTo>
                    <a:pt x="2196" y="364"/>
                  </a:lnTo>
                  <a:lnTo>
                    <a:pt x="2201" y="370"/>
                  </a:lnTo>
                  <a:lnTo>
                    <a:pt x="2233" y="373"/>
                  </a:lnTo>
                  <a:lnTo>
                    <a:pt x="2245" y="380"/>
                  </a:lnTo>
                  <a:lnTo>
                    <a:pt x="2259" y="391"/>
                  </a:lnTo>
                  <a:lnTo>
                    <a:pt x="2273" y="405"/>
                  </a:lnTo>
                  <a:lnTo>
                    <a:pt x="2285" y="420"/>
                  </a:lnTo>
                  <a:lnTo>
                    <a:pt x="2296" y="436"/>
                  </a:lnTo>
                  <a:lnTo>
                    <a:pt x="2299" y="452"/>
                  </a:lnTo>
                  <a:lnTo>
                    <a:pt x="2297" y="467"/>
                  </a:lnTo>
                  <a:lnTo>
                    <a:pt x="2285" y="480"/>
                  </a:lnTo>
                  <a:lnTo>
                    <a:pt x="2269" y="488"/>
                  </a:lnTo>
                  <a:lnTo>
                    <a:pt x="2252" y="488"/>
                  </a:lnTo>
                  <a:lnTo>
                    <a:pt x="2236" y="481"/>
                  </a:lnTo>
                  <a:lnTo>
                    <a:pt x="2222" y="474"/>
                  </a:lnTo>
                  <a:lnTo>
                    <a:pt x="2208" y="469"/>
                  </a:lnTo>
                  <a:lnTo>
                    <a:pt x="2210" y="481"/>
                  </a:lnTo>
                  <a:lnTo>
                    <a:pt x="2212" y="497"/>
                  </a:lnTo>
                  <a:lnTo>
                    <a:pt x="2214" y="514"/>
                  </a:lnTo>
                  <a:lnTo>
                    <a:pt x="2217" y="528"/>
                  </a:lnTo>
                  <a:lnTo>
                    <a:pt x="2221" y="537"/>
                  </a:lnTo>
                  <a:lnTo>
                    <a:pt x="2224" y="542"/>
                  </a:lnTo>
                  <a:lnTo>
                    <a:pt x="2229" y="544"/>
                  </a:lnTo>
                  <a:lnTo>
                    <a:pt x="2233" y="548"/>
                  </a:lnTo>
                  <a:lnTo>
                    <a:pt x="2240" y="549"/>
                  </a:lnTo>
                  <a:lnTo>
                    <a:pt x="2238" y="537"/>
                  </a:lnTo>
                  <a:lnTo>
                    <a:pt x="2236" y="528"/>
                  </a:lnTo>
                  <a:lnTo>
                    <a:pt x="2236" y="518"/>
                  </a:lnTo>
                  <a:lnTo>
                    <a:pt x="2240" y="518"/>
                  </a:lnTo>
                  <a:lnTo>
                    <a:pt x="2240" y="514"/>
                  </a:lnTo>
                  <a:lnTo>
                    <a:pt x="2252" y="521"/>
                  </a:lnTo>
                  <a:lnTo>
                    <a:pt x="2264" y="528"/>
                  </a:lnTo>
                  <a:lnTo>
                    <a:pt x="2278" y="534"/>
                  </a:lnTo>
                  <a:lnTo>
                    <a:pt x="2280" y="530"/>
                  </a:lnTo>
                  <a:lnTo>
                    <a:pt x="2282" y="527"/>
                  </a:lnTo>
                  <a:lnTo>
                    <a:pt x="2283" y="525"/>
                  </a:lnTo>
                  <a:lnTo>
                    <a:pt x="2285" y="520"/>
                  </a:lnTo>
                  <a:lnTo>
                    <a:pt x="2285" y="514"/>
                  </a:lnTo>
                  <a:lnTo>
                    <a:pt x="2283" y="513"/>
                  </a:lnTo>
                  <a:lnTo>
                    <a:pt x="2282" y="511"/>
                  </a:lnTo>
                  <a:lnTo>
                    <a:pt x="2280" y="509"/>
                  </a:lnTo>
                  <a:lnTo>
                    <a:pt x="2280" y="507"/>
                  </a:lnTo>
                  <a:lnTo>
                    <a:pt x="2280" y="504"/>
                  </a:lnTo>
                  <a:lnTo>
                    <a:pt x="2278" y="499"/>
                  </a:lnTo>
                  <a:lnTo>
                    <a:pt x="2294" y="492"/>
                  </a:lnTo>
                  <a:lnTo>
                    <a:pt x="2304" y="481"/>
                  </a:lnTo>
                  <a:lnTo>
                    <a:pt x="2313" y="469"/>
                  </a:lnTo>
                  <a:lnTo>
                    <a:pt x="2318" y="471"/>
                  </a:lnTo>
                  <a:lnTo>
                    <a:pt x="2325" y="473"/>
                  </a:lnTo>
                  <a:lnTo>
                    <a:pt x="2332" y="474"/>
                  </a:lnTo>
                  <a:lnTo>
                    <a:pt x="2339" y="476"/>
                  </a:lnTo>
                  <a:lnTo>
                    <a:pt x="2336" y="438"/>
                  </a:lnTo>
                  <a:lnTo>
                    <a:pt x="2329" y="396"/>
                  </a:lnTo>
                  <a:lnTo>
                    <a:pt x="2358" y="396"/>
                  </a:lnTo>
                  <a:lnTo>
                    <a:pt x="2365" y="403"/>
                  </a:lnTo>
                  <a:lnTo>
                    <a:pt x="2372" y="413"/>
                  </a:lnTo>
                  <a:lnTo>
                    <a:pt x="2378" y="422"/>
                  </a:lnTo>
                  <a:lnTo>
                    <a:pt x="2378" y="431"/>
                  </a:lnTo>
                  <a:lnTo>
                    <a:pt x="2374" y="432"/>
                  </a:lnTo>
                  <a:lnTo>
                    <a:pt x="2372" y="432"/>
                  </a:lnTo>
                  <a:lnTo>
                    <a:pt x="2369" y="434"/>
                  </a:lnTo>
                  <a:lnTo>
                    <a:pt x="2362" y="434"/>
                  </a:lnTo>
                  <a:lnTo>
                    <a:pt x="2362" y="453"/>
                  </a:lnTo>
                  <a:lnTo>
                    <a:pt x="2367" y="455"/>
                  </a:lnTo>
                  <a:lnTo>
                    <a:pt x="2369" y="457"/>
                  </a:lnTo>
                  <a:lnTo>
                    <a:pt x="2372" y="459"/>
                  </a:lnTo>
                  <a:lnTo>
                    <a:pt x="2376" y="460"/>
                  </a:lnTo>
                  <a:lnTo>
                    <a:pt x="2381" y="460"/>
                  </a:lnTo>
                  <a:lnTo>
                    <a:pt x="2383" y="460"/>
                  </a:lnTo>
                  <a:lnTo>
                    <a:pt x="2385" y="459"/>
                  </a:lnTo>
                  <a:lnTo>
                    <a:pt x="2385" y="459"/>
                  </a:lnTo>
                  <a:lnTo>
                    <a:pt x="2386" y="459"/>
                  </a:lnTo>
                  <a:lnTo>
                    <a:pt x="2390" y="457"/>
                  </a:lnTo>
                  <a:lnTo>
                    <a:pt x="2392" y="452"/>
                  </a:lnTo>
                  <a:lnTo>
                    <a:pt x="2392" y="448"/>
                  </a:lnTo>
                  <a:lnTo>
                    <a:pt x="2392" y="443"/>
                  </a:lnTo>
                  <a:lnTo>
                    <a:pt x="2392" y="439"/>
                  </a:lnTo>
                  <a:lnTo>
                    <a:pt x="2390" y="434"/>
                  </a:lnTo>
                  <a:lnTo>
                    <a:pt x="2402" y="418"/>
                  </a:lnTo>
                  <a:lnTo>
                    <a:pt x="2416" y="405"/>
                  </a:lnTo>
                  <a:lnTo>
                    <a:pt x="2428" y="389"/>
                  </a:lnTo>
                  <a:lnTo>
                    <a:pt x="2434" y="387"/>
                  </a:lnTo>
                  <a:lnTo>
                    <a:pt x="2439" y="387"/>
                  </a:lnTo>
                  <a:lnTo>
                    <a:pt x="2441" y="385"/>
                  </a:lnTo>
                  <a:lnTo>
                    <a:pt x="2444" y="387"/>
                  </a:lnTo>
                  <a:lnTo>
                    <a:pt x="2448" y="389"/>
                  </a:lnTo>
                  <a:lnTo>
                    <a:pt x="2449" y="392"/>
                  </a:lnTo>
                  <a:lnTo>
                    <a:pt x="2451" y="396"/>
                  </a:lnTo>
                  <a:lnTo>
                    <a:pt x="2453" y="398"/>
                  </a:lnTo>
                  <a:lnTo>
                    <a:pt x="2454" y="401"/>
                  </a:lnTo>
                  <a:lnTo>
                    <a:pt x="2458" y="403"/>
                  </a:lnTo>
                  <a:lnTo>
                    <a:pt x="2458" y="399"/>
                  </a:lnTo>
                  <a:lnTo>
                    <a:pt x="2461" y="396"/>
                  </a:lnTo>
                  <a:lnTo>
                    <a:pt x="2463" y="392"/>
                  </a:lnTo>
                  <a:lnTo>
                    <a:pt x="2465" y="389"/>
                  </a:lnTo>
                  <a:lnTo>
                    <a:pt x="2465" y="384"/>
                  </a:lnTo>
                  <a:lnTo>
                    <a:pt x="2467" y="377"/>
                  </a:lnTo>
                  <a:lnTo>
                    <a:pt x="2482" y="377"/>
                  </a:lnTo>
                  <a:lnTo>
                    <a:pt x="2496" y="380"/>
                  </a:lnTo>
                  <a:lnTo>
                    <a:pt x="2509" y="384"/>
                  </a:lnTo>
                  <a:lnTo>
                    <a:pt x="2500" y="391"/>
                  </a:lnTo>
                  <a:lnTo>
                    <a:pt x="2491" y="396"/>
                  </a:lnTo>
                  <a:lnTo>
                    <a:pt x="2484" y="401"/>
                  </a:lnTo>
                  <a:lnTo>
                    <a:pt x="2477" y="411"/>
                  </a:lnTo>
                  <a:lnTo>
                    <a:pt x="2486" y="411"/>
                  </a:lnTo>
                  <a:lnTo>
                    <a:pt x="2491" y="406"/>
                  </a:lnTo>
                  <a:lnTo>
                    <a:pt x="2503" y="401"/>
                  </a:lnTo>
                  <a:lnTo>
                    <a:pt x="2516" y="396"/>
                  </a:lnTo>
                  <a:lnTo>
                    <a:pt x="2526" y="392"/>
                  </a:lnTo>
                  <a:lnTo>
                    <a:pt x="2537" y="389"/>
                  </a:lnTo>
                  <a:lnTo>
                    <a:pt x="2540" y="389"/>
                  </a:lnTo>
                  <a:lnTo>
                    <a:pt x="2542" y="391"/>
                  </a:lnTo>
                  <a:lnTo>
                    <a:pt x="2545" y="394"/>
                  </a:lnTo>
                  <a:lnTo>
                    <a:pt x="2547" y="396"/>
                  </a:lnTo>
                  <a:lnTo>
                    <a:pt x="2549" y="398"/>
                  </a:lnTo>
                  <a:lnTo>
                    <a:pt x="2552" y="398"/>
                  </a:lnTo>
                  <a:lnTo>
                    <a:pt x="2559" y="399"/>
                  </a:lnTo>
                  <a:lnTo>
                    <a:pt x="2561" y="396"/>
                  </a:lnTo>
                  <a:lnTo>
                    <a:pt x="2563" y="392"/>
                  </a:lnTo>
                  <a:lnTo>
                    <a:pt x="2564" y="391"/>
                  </a:lnTo>
                  <a:lnTo>
                    <a:pt x="2564" y="387"/>
                  </a:lnTo>
                  <a:lnTo>
                    <a:pt x="2566" y="382"/>
                  </a:lnTo>
                  <a:lnTo>
                    <a:pt x="2566" y="377"/>
                  </a:lnTo>
                  <a:lnTo>
                    <a:pt x="2563" y="373"/>
                  </a:lnTo>
                  <a:lnTo>
                    <a:pt x="2561" y="370"/>
                  </a:lnTo>
                  <a:lnTo>
                    <a:pt x="2559" y="366"/>
                  </a:lnTo>
                  <a:lnTo>
                    <a:pt x="2559" y="361"/>
                  </a:lnTo>
                  <a:lnTo>
                    <a:pt x="2559" y="354"/>
                  </a:lnTo>
                  <a:lnTo>
                    <a:pt x="2564" y="350"/>
                  </a:lnTo>
                  <a:lnTo>
                    <a:pt x="2568" y="347"/>
                  </a:lnTo>
                  <a:lnTo>
                    <a:pt x="2571" y="345"/>
                  </a:lnTo>
                  <a:lnTo>
                    <a:pt x="2578" y="342"/>
                  </a:lnTo>
                  <a:lnTo>
                    <a:pt x="2582" y="343"/>
                  </a:lnTo>
                  <a:lnTo>
                    <a:pt x="2587" y="345"/>
                  </a:lnTo>
                  <a:lnTo>
                    <a:pt x="2594" y="345"/>
                  </a:lnTo>
                  <a:lnTo>
                    <a:pt x="2601" y="345"/>
                  </a:lnTo>
                  <a:lnTo>
                    <a:pt x="2610" y="356"/>
                  </a:lnTo>
                  <a:lnTo>
                    <a:pt x="2622" y="368"/>
                  </a:lnTo>
                  <a:lnTo>
                    <a:pt x="2640" y="380"/>
                  </a:lnTo>
                  <a:lnTo>
                    <a:pt x="2655" y="392"/>
                  </a:lnTo>
                  <a:lnTo>
                    <a:pt x="2669" y="399"/>
                  </a:lnTo>
                  <a:lnTo>
                    <a:pt x="2678" y="403"/>
                  </a:lnTo>
                  <a:lnTo>
                    <a:pt x="2680" y="401"/>
                  </a:lnTo>
                  <a:lnTo>
                    <a:pt x="2680" y="401"/>
                  </a:lnTo>
                  <a:lnTo>
                    <a:pt x="2680" y="399"/>
                  </a:lnTo>
                  <a:lnTo>
                    <a:pt x="2680" y="399"/>
                  </a:lnTo>
                  <a:lnTo>
                    <a:pt x="2681" y="396"/>
                  </a:lnTo>
                  <a:lnTo>
                    <a:pt x="2676" y="391"/>
                  </a:lnTo>
                  <a:lnTo>
                    <a:pt x="2673" y="387"/>
                  </a:lnTo>
                  <a:lnTo>
                    <a:pt x="2671" y="382"/>
                  </a:lnTo>
                  <a:lnTo>
                    <a:pt x="2667" y="377"/>
                  </a:lnTo>
                  <a:lnTo>
                    <a:pt x="2666" y="370"/>
                  </a:lnTo>
                  <a:lnTo>
                    <a:pt x="2650" y="370"/>
                  </a:lnTo>
                  <a:lnTo>
                    <a:pt x="2652" y="349"/>
                  </a:lnTo>
                  <a:lnTo>
                    <a:pt x="2648" y="333"/>
                  </a:lnTo>
                  <a:lnTo>
                    <a:pt x="2646" y="319"/>
                  </a:lnTo>
                  <a:lnTo>
                    <a:pt x="2643" y="300"/>
                  </a:lnTo>
                  <a:lnTo>
                    <a:pt x="2653" y="293"/>
                  </a:lnTo>
                  <a:lnTo>
                    <a:pt x="2660" y="284"/>
                  </a:lnTo>
                  <a:lnTo>
                    <a:pt x="2664" y="274"/>
                  </a:lnTo>
                  <a:lnTo>
                    <a:pt x="2667" y="261"/>
                  </a:lnTo>
                  <a:lnTo>
                    <a:pt x="2671" y="251"/>
                  </a:lnTo>
                  <a:lnTo>
                    <a:pt x="2676" y="240"/>
                  </a:lnTo>
                  <a:lnTo>
                    <a:pt x="2683" y="232"/>
                  </a:lnTo>
                  <a:lnTo>
                    <a:pt x="2692" y="226"/>
                  </a:lnTo>
                  <a:lnTo>
                    <a:pt x="2708" y="225"/>
                  </a:lnTo>
                  <a:lnTo>
                    <a:pt x="2727" y="226"/>
                  </a:lnTo>
                  <a:lnTo>
                    <a:pt x="2732" y="235"/>
                  </a:lnTo>
                  <a:lnTo>
                    <a:pt x="2739" y="242"/>
                  </a:lnTo>
                  <a:lnTo>
                    <a:pt x="2737" y="256"/>
                  </a:lnTo>
                  <a:lnTo>
                    <a:pt x="2734" y="270"/>
                  </a:lnTo>
                  <a:lnTo>
                    <a:pt x="2730" y="282"/>
                  </a:lnTo>
                  <a:lnTo>
                    <a:pt x="2729" y="293"/>
                  </a:lnTo>
                  <a:lnTo>
                    <a:pt x="2727" y="300"/>
                  </a:lnTo>
                  <a:lnTo>
                    <a:pt x="2730" y="309"/>
                  </a:lnTo>
                  <a:lnTo>
                    <a:pt x="2736" y="321"/>
                  </a:lnTo>
                  <a:lnTo>
                    <a:pt x="2739" y="335"/>
                  </a:lnTo>
                  <a:lnTo>
                    <a:pt x="2742" y="345"/>
                  </a:lnTo>
                  <a:lnTo>
                    <a:pt x="2742" y="357"/>
                  </a:lnTo>
                  <a:lnTo>
                    <a:pt x="2739" y="368"/>
                  </a:lnTo>
                  <a:lnTo>
                    <a:pt x="2736" y="377"/>
                  </a:lnTo>
                  <a:lnTo>
                    <a:pt x="2736" y="384"/>
                  </a:lnTo>
                  <a:lnTo>
                    <a:pt x="2737" y="389"/>
                  </a:lnTo>
                  <a:lnTo>
                    <a:pt x="2739" y="392"/>
                  </a:lnTo>
                  <a:lnTo>
                    <a:pt x="2742" y="396"/>
                  </a:lnTo>
                  <a:lnTo>
                    <a:pt x="2746" y="399"/>
                  </a:lnTo>
                  <a:lnTo>
                    <a:pt x="2748" y="405"/>
                  </a:lnTo>
                  <a:lnTo>
                    <a:pt x="2751" y="411"/>
                  </a:lnTo>
                  <a:lnTo>
                    <a:pt x="2746" y="422"/>
                  </a:lnTo>
                  <a:lnTo>
                    <a:pt x="2742" y="434"/>
                  </a:lnTo>
                  <a:lnTo>
                    <a:pt x="2742" y="450"/>
                  </a:lnTo>
                  <a:lnTo>
                    <a:pt x="2737" y="453"/>
                  </a:lnTo>
                  <a:lnTo>
                    <a:pt x="2734" y="457"/>
                  </a:lnTo>
                  <a:lnTo>
                    <a:pt x="2729" y="459"/>
                  </a:lnTo>
                  <a:lnTo>
                    <a:pt x="2723" y="462"/>
                  </a:lnTo>
                  <a:lnTo>
                    <a:pt x="2716" y="464"/>
                  </a:lnTo>
                  <a:lnTo>
                    <a:pt x="2716" y="469"/>
                  </a:lnTo>
                  <a:lnTo>
                    <a:pt x="2736" y="469"/>
                  </a:lnTo>
                  <a:lnTo>
                    <a:pt x="2737" y="467"/>
                  </a:lnTo>
                  <a:lnTo>
                    <a:pt x="2737" y="467"/>
                  </a:lnTo>
                  <a:lnTo>
                    <a:pt x="2739" y="466"/>
                  </a:lnTo>
                  <a:lnTo>
                    <a:pt x="2739" y="466"/>
                  </a:lnTo>
                  <a:lnTo>
                    <a:pt x="2742" y="464"/>
                  </a:lnTo>
                  <a:lnTo>
                    <a:pt x="2749" y="452"/>
                  </a:lnTo>
                  <a:lnTo>
                    <a:pt x="2756" y="438"/>
                  </a:lnTo>
                  <a:lnTo>
                    <a:pt x="2762" y="427"/>
                  </a:lnTo>
                  <a:lnTo>
                    <a:pt x="2765" y="410"/>
                  </a:lnTo>
                  <a:lnTo>
                    <a:pt x="2762" y="394"/>
                  </a:lnTo>
                  <a:lnTo>
                    <a:pt x="2760" y="378"/>
                  </a:lnTo>
                  <a:lnTo>
                    <a:pt x="2758" y="364"/>
                  </a:lnTo>
                  <a:lnTo>
                    <a:pt x="2777" y="364"/>
                  </a:lnTo>
                  <a:lnTo>
                    <a:pt x="2795" y="364"/>
                  </a:lnTo>
                  <a:lnTo>
                    <a:pt x="2812" y="370"/>
                  </a:lnTo>
                  <a:lnTo>
                    <a:pt x="2812" y="364"/>
                  </a:lnTo>
                  <a:lnTo>
                    <a:pt x="2795" y="357"/>
                  </a:lnTo>
                  <a:lnTo>
                    <a:pt x="2774" y="349"/>
                  </a:lnTo>
                  <a:lnTo>
                    <a:pt x="2755" y="342"/>
                  </a:lnTo>
                  <a:lnTo>
                    <a:pt x="2751" y="324"/>
                  </a:lnTo>
                  <a:lnTo>
                    <a:pt x="2746" y="312"/>
                  </a:lnTo>
                  <a:lnTo>
                    <a:pt x="2741" y="302"/>
                  </a:lnTo>
                  <a:lnTo>
                    <a:pt x="2736" y="288"/>
                  </a:lnTo>
                  <a:lnTo>
                    <a:pt x="2758" y="268"/>
                  </a:lnTo>
                  <a:lnTo>
                    <a:pt x="2758" y="235"/>
                  </a:lnTo>
                  <a:lnTo>
                    <a:pt x="2762" y="235"/>
                  </a:lnTo>
                  <a:lnTo>
                    <a:pt x="2765" y="235"/>
                  </a:lnTo>
                  <a:lnTo>
                    <a:pt x="2767" y="235"/>
                  </a:lnTo>
                  <a:lnTo>
                    <a:pt x="2767" y="237"/>
                  </a:lnTo>
                  <a:lnTo>
                    <a:pt x="2770" y="239"/>
                  </a:lnTo>
                  <a:lnTo>
                    <a:pt x="2774" y="249"/>
                  </a:lnTo>
                  <a:lnTo>
                    <a:pt x="2777" y="260"/>
                  </a:lnTo>
                  <a:lnTo>
                    <a:pt x="2784" y="268"/>
                  </a:lnTo>
                  <a:lnTo>
                    <a:pt x="2797" y="261"/>
                  </a:lnTo>
                  <a:lnTo>
                    <a:pt x="2812" y="258"/>
                  </a:lnTo>
                  <a:lnTo>
                    <a:pt x="2832" y="258"/>
                  </a:lnTo>
                  <a:lnTo>
                    <a:pt x="2842" y="272"/>
                  </a:lnTo>
                  <a:lnTo>
                    <a:pt x="2858" y="286"/>
                  </a:lnTo>
                  <a:lnTo>
                    <a:pt x="2873" y="296"/>
                  </a:lnTo>
                  <a:lnTo>
                    <a:pt x="2873" y="288"/>
                  </a:lnTo>
                  <a:lnTo>
                    <a:pt x="2861" y="275"/>
                  </a:lnTo>
                  <a:lnTo>
                    <a:pt x="2852" y="260"/>
                  </a:lnTo>
                  <a:lnTo>
                    <a:pt x="2847" y="240"/>
                  </a:lnTo>
                  <a:lnTo>
                    <a:pt x="2842" y="221"/>
                  </a:lnTo>
                  <a:lnTo>
                    <a:pt x="2838" y="200"/>
                  </a:lnTo>
                  <a:lnTo>
                    <a:pt x="2861" y="193"/>
                  </a:lnTo>
                  <a:lnTo>
                    <a:pt x="2886" y="188"/>
                  </a:lnTo>
                  <a:lnTo>
                    <a:pt x="2893" y="204"/>
                  </a:lnTo>
                  <a:lnTo>
                    <a:pt x="2896" y="204"/>
                  </a:lnTo>
                  <a:lnTo>
                    <a:pt x="2900" y="188"/>
                  </a:lnTo>
                  <a:lnTo>
                    <a:pt x="2903" y="171"/>
                  </a:lnTo>
                  <a:lnTo>
                    <a:pt x="2908" y="153"/>
                  </a:lnTo>
                  <a:lnTo>
                    <a:pt x="2924" y="144"/>
                  </a:lnTo>
                  <a:lnTo>
                    <a:pt x="2936" y="134"/>
                  </a:lnTo>
                  <a:lnTo>
                    <a:pt x="2950" y="123"/>
                  </a:lnTo>
                  <a:lnTo>
                    <a:pt x="2964" y="117"/>
                  </a:lnTo>
                  <a:lnTo>
                    <a:pt x="2980" y="111"/>
                  </a:lnTo>
                  <a:lnTo>
                    <a:pt x="3001" y="111"/>
                  </a:lnTo>
                  <a:lnTo>
                    <a:pt x="3003" y="104"/>
                  </a:lnTo>
                  <a:lnTo>
                    <a:pt x="3006" y="99"/>
                  </a:lnTo>
                  <a:lnTo>
                    <a:pt x="3008" y="94"/>
                  </a:lnTo>
                  <a:lnTo>
                    <a:pt x="3011" y="89"/>
                  </a:lnTo>
                  <a:lnTo>
                    <a:pt x="3022" y="89"/>
                  </a:lnTo>
                  <a:lnTo>
                    <a:pt x="3036" y="89"/>
                  </a:lnTo>
                  <a:lnTo>
                    <a:pt x="3050" y="89"/>
                  </a:lnTo>
                  <a:lnTo>
                    <a:pt x="3060" y="89"/>
                  </a:lnTo>
                  <a:lnTo>
                    <a:pt x="3065" y="89"/>
                  </a:lnTo>
                  <a:lnTo>
                    <a:pt x="3072" y="83"/>
                  </a:lnTo>
                  <a:lnTo>
                    <a:pt x="3079" y="78"/>
                  </a:lnTo>
                  <a:lnTo>
                    <a:pt x="3086" y="71"/>
                  </a:lnTo>
                  <a:lnTo>
                    <a:pt x="3092" y="66"/>
                  </a:lnTo>
                  <a:lnTo>
                    <a:pt x="3097" y="68"/>
                  </a:lnTo>
                  <a:lnTo>
                    <a:pt x="3100" y="68"/>
                  </a:lnTo>
                  <a:lnTo>
                    <a:pt x="3106" y="69"/>
                  </a:lnTo>
                  <a:lnTo>
                    <a:pt x="3111" y="69"/>
                  </a:lnTo>
                  <a:lnTo>
                    <a:pt x="3111" y="50"/>
                  </a:lnTo>
                  <a:lnTo>
                    <a:pt x="3126" y="43"/>
                  </a:lnTo>
                  <a:lnTo>
                    <a:pt x="3139" y="36"/>
                  </a:lnTo>
                  <a:lnTo>
                    <a:pt x="3151" y="27"/>
                  </a:lnTo>
                  <a:lnTo>
                    <a:pt x="3161" y="17"/>
                  </a:lnTo>
                  <a:lnTo>
                    <a:pt x="316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C6F2254E-530C-4801-B2BA-CA2A5861EF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7088" y="1382713"/>
              <a:ext cx="4552950" cy="1549400"/>
            </a:xfrm>
            <a:custGeom>
              <a:avLst/>
              <a:gdLst>
                <a:gd name="T0" fmla="*/ 0 w 2868"/>
                <a:gd name="T1" fmla="*/ 276 h 976"/>
                <a:gd name="T2" fmla="*/ 1210 w 2868"/>
                <a:gd name="T3" fmla="*/ 237 h 976"/>
                <a:gd name="T4" fmla="*/ 1742 w 2868"/>
                <a:gd name="T5" fmla="*/ 276 h 976"/>
                <a:gd name="T6" fmla="*/ 2863 w 2868"/>
                <a:gd name="T7" fmla="*/ 190 h 976"/>
                <a:gd name="T8" fmla="*/ 2804 w 2868"/>
                <a:gd name="T9" fmla="*/ 223 h 976"/>
                <a:gd name="T10" fmla="*/ 194 w 2868"/>
                <a:gd name="T11" fmla="*/ 279 h 976"/>
                <a:gd name="T12" fmla="*/ 98 w 2868"/>
                <a:gd name="T13" fmla="*/ 202 h 976"/>
                <a:gd name="T14" fmla="*/ 138 w 2868"/>
                <a:gd name="T15" fmla="*/ 150 h 976"/>
                <a:gd name="T16" fmla="*/ 1685 w 2868"/>
                <a:gd name="T17" fmla="*/ 166 h 976"/>
                <a:gd name="T18" fmla="*/ 1631 w 2868"/>
                <a:gd name="T19" fmla="*/ 295 h 976"/>
                <a:gd name="T20" fmla="*/ 1620 w 2868"/>
                <a:gd name="T21" fmla="*/ 218 h 976"/>
                <a:gd name="T22" fmla="*/ 1569 w 2868"/>
                <a:gd name="T23" fmla="*/ 159 h 976"/>
                <a:gd name="T24" fmla="*/ 1632 w 2868"/>
                <a:gd name="T25" fmla="*/ 157 h 976"/>
                <a:gd name="T26" fmla="*/ 2615 w 2868"/>
                <a:gd name="T27" fmla="*/ 120 h 976"/>
                <a:gd name="T28" fmla="*/ 2090 w 2868"/>
                <a:gd name="T29" fmla="*/ 120 h 976"/>
                <a:gd name="T30" fmla="*/ 2739 w 2868"/>
                <a:gd name="T31" fmla="*/ 87 h 976"/>
                <a:gd name="T32" fmla="*/ 2765 w 2868"/>
                <a:gd name="T33" fmla="*/ 195 h 976"/>
                <a:gd name="T34" fmla="*/ 2704 w 2868"/>
                <a:gd name="T35" fmla="*/ 92 h 976"/>
                <a:gd name="T36" fmla="*/ 2158 w 2868"/>
                <a:gd name="T37" fmla="*/ 99 h 976"/>
                <a:gd name="T38" fmla="*/ 1786 w 2868"/>
                <a:gd name="T39" fmla="*/ 89 h 976"/>
                <a:gd name="T40" fmla="*/ 1681 w 2868"/>
                <a:gd name="T41" fmla="*/ 89 h 976"/>
                <a:gd name="T42" fmla="*/ 2186 w 2868"/>
                <a:gd name="T43" fmla="*/ 45 h 976"/>
                <a:gd name="T44" fmla="*/ 596 w 2868"/>
                <a:gd name="T45" fmla="*/ 92 h 976"/>
                <a:gd name="T46" fmla="*/ 384 w 2868"/>
                <a:gd name="T47" fmla="*/ 253 h 976"/>
                <a:gd name="T48" fmla="*/ 330 w 2868"/>
                <a:gd name="T49" fmla="*/ 316 h 976"/>
                <a:gd name="T50" fmla="*/ 321 w 2868"/>
                <a:gd name="T51" fmla="*/ 361 h 976"/>
                <a:gd name="T52" fmla="*/ 205 w 2868"/>
                <a:gd name="T53" fmla="*/ 335 h 976"/>
                <a:gd name="T54" fmla="*/ 253 w 2868"/>
                <a:gd name="T55" fmla="*/ 248 h 976"/>
                <a:gd name="T56" fmla="*/ 304 w 2868"/>
                <a:gd name="T57" fmla="*/ 197 h 976"/>
                <a:gd name="T58" fmla="*/ 311 w 2868"/>
                <a:gd name="T59" fmla="*/ 188 h 976"/>
                <a:gd name="T60" fmla="*/ 192 w 2868"/>
                <a:gd name="T61" fmla="*/ 168 h 976"/>
                <a:gd name="T62" fmla="*/ 161 w 2868"/>
                <a:gd name="T63" fmla="*/ 131 h 976"/>
                <a:gd name="T64" fmla="*/ 253 w 2868"/>
                <a:gd name="T65" fmla="*/ 92 h 976"/>
                <a:gd name="T66" fmla="*/ 323 w 2868"/>
                <a:gd name="T67" fmla="*/ 77 h 976"/>
                <a:gd name="T68" fmla="*/ 2107 w 2868"/>
                <a:gd name="T69" fmla="*/ 80 h 976"/>
                <a:gd name="T70" fmla="*/ 2090 w 2868"/>
                <a:gd name="T71" fmla="*/ 59 h 976"/>
                <a:gd name="T72" fmla="*/ 2147 w 2868"/>
                <a:gd name="T73" fmla="*/ 30 h 976"/>
                <a:gd name="T74" fmla="*/ 1048 w 2868"/>
                <a:gd name="T75" fmla="*/ 73 h 976"/>
                <a:gd name="T76" fmla="*/ 1076 w 2868"/>
                <a:gd name="T77" fmla="*/ 131 h 976"/>
                <a:gd name="T78" fmla="*/ 1294 w 2868"/>
                <a:gd name="T79" fmla="*/ 147 h 976"/>
                <a:gd name="T80" fmla="*/ 1196 w 2868"/>
                <a:gd name="T81" fmla="*/ 243 h 976"/>
                <a:gd name="T82" fmla="*/ 1224 w 2868"/>
                <a:gd name="T83" fmla="*/ 353 h 976"/>
                <a:gd name="T84" fmla="*/ 1198 w 2868"/>
                <a:gd name="T85" fmla="*/ 415 h 976"/>
                <a:gd name="T86" fmla="*/ 1192 w 2868"/>
                <a:gd name="T87" fmla="*/ 490 h 976"/>
                <a:gd name="T88" fmla="*/ 1140 w 2868"/>
                <a:gd name="T89" fmla="*/ 538 h 976"/>
                <a:gd name="T90" fmla="*/ 1091 w 2868"/>
                <a:gd name="T91" fmla="*/ 602 h 976"/>
                <a:gd name="T92" fmla="*/ 1048 w 2868"/>
                <a:gd name="T93" fmla="*/ 696 h 976"/>
                <a:gd name="T94" fmla="*/ 911 w 2868"/>
                <a:gd name="T95" fmla="*/ 784 h 976"/>
                <a:gd name="T96" fmla="*/ 861 w 2868"/>
                <a:gd name="T97" fmla="*/ 932 h 976"/>
                <a:gd name="T98" fmla="*/ 740 w 2868"/>
                <a:gd name="T99" fmla="*/ 862 h 976"/>
                <a:gd name="T100" fmla="*/ 714 w 2868"/>
                <a:gd name="T101" fmla="*/ 806 h 976"/>
                <a:gd name="T102" fmla="*/ 718 w 2868"/>
                <a:gd name="T103" fmla="*/ 641 h 976"/>
                <a:gd name="T104" fmla="*/ 672 w 2868"/>
                <a:gd name="T105" fmla="*/ 576 h 976"/>
                <a:gd name="T106" fmla="*/ 466 w 2868"/>
                <a:gd name="T107" fmla="*/ 374 h 976"/>
                <a:gd name="T108" fmla="*/ 447 w 2868"/>
                <a:gd name="T109" fmla="*/ 290 h 976"/>
                <a:gd name="T110" fmla="*/ 592 w 2868"/>
                <a:gd name="T111" fmla="*/ 140 h 976"/>
                <a:gd name="T112" fmla="*/ 711 w 2868"/>
                <a:gd name="T113" fmla="*/ 112 h 976"/>
                <a:gd name="T114" fmla="*/ 833 w 2868"/>
                <a:gd name="T115" fmla="*/ 80 h 976"/>
                <a:gd name="T116" fmla="*/ 896 w 2868"/>
                <a:gd name="T117" fmla="*/ 44 h 976"/>
                <a:gd name="T118" fmla="*/ 2706 w 2868"/>
                <a:gd name="T119" fmla="*/ 31 h 976"/>
                <a:gd name="T120" fmla="*/ 2641 w 2868"/>
                <a:gd name="T121" fmla="*/ 80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68" h="976">
                  <a:moveTo>
                    <a:pt x="7" y="243"/>
                  </a:moveTo>
                  <a:lnTo>
                    <a:pt x="25" y="248"/>
                  </a:lnTo>
                  <a:lnTo>
                    <a:pt x="37" y="257"/>
                  </a:lnTo>
                  <a:lnTo>
                    <a:pt x="47" y="265"/>
                  </a:lnTo>
                  <a:lnTo>
                    <a:pt x="58" y="276"/>
                  </a:lnTo>
                  <a:lnTo>
                    <a:pt x="68" y="284"/>
                  </a:lnTo>
                  <a:lnTo>
                    <a:pt x="68" y="281"/>
                  </a:lnTo>
                  <a:lnTo>
                    <a:pt x="74" y="281"/>
                  </a:lnTo>
                  <a:lnTo>
                    <a:pt x="74" y="284"/>
                  </a:lnTo>
                  <a:lnTo>
                    <a:pt x="75" y="288"/>
                  </a:lnTo>
                  <a:lnTo>
                    <a:pt x="79" y="293"/>
                  </a:lnTo>
                  <a:lnTo>
                    <a:pt x="81" y="300"/>
                  </a:lnTo>
                  <a:lnTo>
                    <a:pt x="74" y="300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68" y="302"/>
                  </a:lnTo>
                  <a:lnTo>
                    <a:pt x="65" y="302"/>
                  </a:lnTo>
                  <a:lnTo>
                    <a:pt x="61" y="304"/>
                  </a:lnTo>
                  <a:lnTo>
                    <a:pt x="47" y="293"/>
                  </a:lnTo>
                  <a:lnTo>
                    <a:pt x="33" y="288"/>
                  </a:lnTo>
                  <a:lnTo>
                    <a:pt x="16" y="284"/>
                  </a:lnTo>
                  <a:lnTo>
                    <a:pt x="0" y="276"/>
                  </a:lnTo>
                  <a:lnTo>
                    <a:pt x="6" y="271"/>
                  </a:lnTo>
                  <a:lnTo>
                    <a:pt x="7" y="265"/>
                  </a:lnTo>
                  <a:lnTo>
                    <a:pt x="6" y="260"/>
                  </a:lnTo>
                  <a:lnTo>
                    <a:pt x="6" y="253"/>
                  </a:lnTo>
                  <a:lnTo>
                    <a:pt x="7" y="243"/>
                  </a:lnTo>
                  <a:close/>
                  <a:moveTo>
                    <a:pt x="1222" y="236"/>
                  </a:moveTo>
                  <a:lnTo>
                    <a:pt x="1226" y="236"/>
                  </a:lnTo>
                  <a:lnTo>
                    <a:pt x="1229" y="237"/>
                  </a:lnTo>
                  <a:lnTo>
                    <a:pt x="1231" y="239"/>
                  </a:lnTo>
                  <a:lnTo>
                    <a:pt x="1233" y="241"/>
                  </a:lnTo>
                  <a:lnTo>
                    <a:pt x="1234" y="243"/>
                  </a:lnTo>
                  <a:lnTo>
                    <a:pt x="1234" y="244"/>
                  </a:lnTo>
                  <a:lnTo>
                    <a:pt x="1234" y="246"/>
                  </a:lnTo>
                  <a:lnTo>
                    <a:pt x="1236" y="250"/>
                  </a:lnTo>
                  <a:lnTo>
                    <a:pt x="1229" y="250"/>
                  </a:lnTo>
                  <a:lnTo>
                    <a:pt x="1226" y="251"/>
                  </a:lnTo>
                  <a:lnTo>
                    <a:pt x="1222" y="251"/>
                  </a:lnTo>
                  <a:lnTo>
                    <a:pt x="1219" y="253"/>
                  </a:lnTo>
                  <a:lnTo>
                    <a:pt x="1213" y="253"/>
                  </a:lnTo>
                  <a:lnTo>
                    <a:pt x="1213" y="250"/>
                  </a:lnTo>
                  <a:lnTo>
                    <a:pt x="1210" y="250"/>
                  </a:lnTo>
                  <a:lnTo>
                    <a:pt x="1210" y="237"/>
                  </a:lnTo>
                  <a:lnTo>
                    <a:pt x="1215" y="237"/>
                  </a:lnTo>
                  <a:lnTo>
                    <a:pt x="1220" y="236"/>
                  </a:lnTo>
                  <a:lnTo>
                    <a:pt x="1222" y="236"/>
                  </a:lnTo>
                  <a:close/>
                  <a:moveTo>
                    <a:pt x="61" y="227"/>
                  </a:moveTo>
                  <a:lnTo>
                    <a:pt x="77" y="227"/>
                  </a:lnTo>
                  <a:lnTo>
                    <a:pt x="77" y="230"/>
                  </a:lnTo>
                  <a:lnTo>
                    <a:pt x="74" y="230"/>
                  </a:lnTo>
                  <a:lnTo>
                    <a:pt x="70" y="230"/>
                  </a:lnTo>
                  <a:lnTo>
                    <a:pt x="68" y="232"/>
                  </a:lnTo>
                  <a:lnTo>
                    <a:pt x="67" y="232"/>
                  </a:lnTo>
                  <a:lnTo>
                    <a:pt x="67" y="232"/>
                  </a:lnTo>
                  <a:lnTo>
                    <a:pt x="65" y="232"/>
                  </a:lnTo>
                  <a:lnTo>
                    <a:pt x="63" y="230"/>
                  </a:lnTo>
                  <a:lnTo>
                    <a:pt x="61" y="227"/>
                  </a:lnTo>
                  <a:close/>
                  <a:moveTo>
                    <a:pt x="1716" y="202"/>
                  </a:moveTo>
                  <a:lnTo>
                    <a:pt x="1728" y="202"/>
                  </a:lnTo>
                  <a:lnTo>
                    <a:pt x="1732" y="216"/>
                  </a:lnTo>
                  <a:lnTo>
                    <a:pt x="1735" y="225"/>
                  </a:lnTo>
                  <a:lnTo>
                    <a:pt x="1742" y="229"/>
                  </a:lnTo>
                  <a:lnTo>
                    <a:pt x="1754" y="234"/>
                  </a:lnTo>
                  <a:lnTo>
                    <a:pt x="1749" y="255"/>
                  </a:lnTo>
                  <a:lnTo>
                    <a:pt x="1742" y="276"/>
                  </a:lnTo>
                  <a:lnTo>
                    <a:pt x="1732" y="291"/>
                  </a:lnTo>
                  <a:lnTo>
                    <a:pt x="1732" y="272"/>
                  </a:lnTo>
                  <a:lnTo>
                    <a:pt x="1709" y="272"/>
                  </a:lnTo>
                  <a:lnTo>
                    <a:pt x="1711" y="250"/>
                  </a:lnTo>
                  <a:lnTo>
                    <a:pt x="1713" y="229"/>
                  </a:lnTo>
                  <a:lnTo>
                    <a:pt x="1716" y="202"/>
                  </a:lnTo>
                  <a:close/>
                  <a:moveTo>
                    <a:pt x="2819" y="157"/>
                  </a:moveTo>
                  <a:lnTo>
                    <a:pt x="2823" y="157"/>
                  </a:lnTo>
                  <a:lnTo>
                    <a:pt x="2823" y="161"/>
                  </a:lnTo>
                  <a:lnTo>
                    <a:pt x="2824" y="166"/>
                  </a:lnTo>
                  <a:lnTo>
                    <a:pt x="2826" y="168"/>
                  </a:lnTo>
                  <a:lnTo>
                    <a:pt x="2828" y="171"/>
                  </a:lnTo>
                  <a:lnTo>
                    <a:pt x="2830" y="173"/>
                  </a:lnTo>
                  <a:lnTo>
                    <a:pt x="2833" y="176"/>
                  </a:lnTo>
                  <a:lnTo>
                    <a:pt x="2837" y="173"/>
                  </a:lnTo>
                  <a:lnTo>
                    <a:pt x="2838" y="169"/>
                  </a:lnTo>
                  <a:lnTo>
                    <a:pt x="2840" y="168"/>
                  </a:lnTo>
                  <a:lnTo>
                    <a:pt x="2844" y="168"/>
                  </a:lnTo>
                  <a:lnTo>
                    <a:pt x="2849" y="166"/>
                  </a:lnTo>
                  <a:lnTo>
                    <a:pt x="2852" y="176"/>
                  </a:lnTo>
                  <a:lnTo>
                    <a:pt x="2858" y="183"/>
                  </a:lnTo>
                  <a:lnTo>
                    <a:pt x="2863" y="190"/>
                  </a:lnTo>
                  <a:lnTo>
                    <a:pt x="2866" y="199"/>
                  </a:lnTo>
                  <a:lnTo>
                    <a:pt x="2868" y="211"/>
                  </a:lnTo>
                  <a:lnTo>
                    <a:pt x="2868" y="213"/>
                  </a:lnTo>
                  <a:lnTo>
                    <a:pt x="2866" y="215"/>
                  </a:lnTo>
                  <a:lnTo>
                    <a:pt x="2866" y="216"/>
                  </a:lnTo>
                  <a:lnTo>
                    <a:pt x="2866" y="218"/>
                  </a:lnTo>
                  <a:lnTo>
                    <a:pt x="2866" y="220"/>
                  </a:lnTo>
                  <a:lnTo>
                    <a:pt x="2865" y="223"/>
                  </a:lnTo>
                  <a:lnTo>
                    <a:pt x="2854" y="230"/>
                  </a:lnTo>
                  <a:lnTo>
                    <a:pt x="2838" y="237"/>
                  </a:lnTo>
                  <a:lnTo>
                    <a:pt x="2819" y="241"/>
                  </a:lnTo>
                  <a:lnTo>
                    <a:pt x="2800" y="244"/>
                  </a:lnTo>
                  <a:lnTo>
                    <a:pt x="2784" y="246"/>
                  </a:lnTo>
                  <a:lnTo>
                    <a:pt x="2786" y="237"/>
                  </a:lnTo>
                  <a:lnTo>
                    <a:pt x="2788" y="234"/>
                  </a:lnTo>
                  <a:lnTo>
                    <a:pt x="2790" y="230"/>
                  </a:lnTo>
                  <a:lnTo>
                    <a:pt x="2791" y="229"/>
                  </a:lnTo>
                  <a:lnTo>
                    <a:pt x="2793" y="229"/>
                  </a:lnTo>
                  <a:lnTo>
                    <a:pt x="2797" y="227"/>
                  </a:lnTo>
                  <a:lnTo>
                    <a:pt x="2798" y="227"/>
                  </a:lnTo>
                  <a:lnTo>
                    <a:pt x="2800" y="225"/>
                  </a:lnTo>
                  <a:lnTo>
                    <a:pt x="2804" y="223"/>
                  </a:lnTo>
                  <a:lnTo>
                    <a:pt x="2809" y="209"/>
                  </a:lnTo>
                  <a:lnTo>
                    <a:pt x="2809" y="195"/>
                  </a:lnTo>
                  <a:lnTo>
                    <a:pt x="2807" y="182"/>
                  </a:lnTo>
                  <a:lnTo>
                    <a:pt x="2810" y="171"/>
                  </a:lnTo>
                  <a:lnTo>
                    <a:pt x="2819" y="161"/>
                  </a:lnTo>
                  <a:lnTo>
                    <a:pt x="2819" y="157"/>
                  </a:lnTo>
                  <a:close/>
                  <a:moveTo>
                    <a:pt x="142" y="150"/>
                  </a:moveTo>
                  <a:lnTo>
                    <a:pt x="161" y="171"/>
                  </a:lnTo>
                  <a:lnTo>
                    <a:pt x="185" y="187"/>
                  </a:lnTo>
                  <a:lnTo>
                    <a:pt x="215" y="199"/>
                  </a:lnTo>
                  <a:lnTo>
                    <a:pt x="217" y="216"/>
                  </a:lnTo>
                  <a:lnTo>
                    <a:pt x="222" y="229"/>
                  </a:lnTo>
                  <a:lnTo>
                    <a:pt x="227" y="236"/>
                  </a:lnTo>
                  <a:lnTo>
                    <a:pt x="234" y="243"/>
                  </a:lnTo>
                  <a:lnTo>
                    <a:pt x="241" y="253"/>
                  </a:lnTo>
                  <a:lnTo>
                    <a:pt x="229" y="255"/>
                  </a:lnTo>
                  <a:lnTo>
                    <a:pt x="217" y="257"/>
                  </a:lnTo>
                  <a:lnTo>
                    <a:pt x="206" y="262"/>
                  </a:lnTo>
                  <a:lnTo>
                    <a:pt x="199" y="269"/>
                  </a:lnTo>
                  <a:lnTo>
                    <a:pt x="198" y="272"/>
                  </a:lnTo>
                  <a:lnTo>
                    <a:pt x="196" y="276"/>
                  </a:lnTo>
                  <a:lnTo>
                    <a:pt x="194" y="279"/>
                  </a:lnTo>
                  <a:lnTo>
                    <a:pt x="192" y="281"/>
                  </a:lnTo>
                  <a:lnTo>
                    <a:pt x="189" y="284"/>
                  </a:lnTo>
                  <a:lnTo>
                    <a:pt x="178" y="286"/>
                  </a:lnTo>
                  <a:lnTo>
                    <a:pt x="163" y="288"/>
                  </a:lnTo>
                  <a:lnTo>
                    <a:pt x="145" y="286"/>
                  </a:lnTo>
                  <a:lnTo>
                    <a:pt x="131" y="284"/>
                  </a:lnTo>
                  <a:lnTo>
                    <a:pt x="128" y="274"/>
                  </a:lnTo>
                  <a:lnTo>
                    <a:pt x="126" y="267"/>
                  </a:lnTo>
                  <a:lnTo>
                    <a:pt x="124" y="262"/>
                  </a:lnTo>
                  <a:lnTo>
                    <a:pt x="119" y="253"/>
                  </a:lnTo>
                  <a:lnTo>
                    <a:pt x="142" y="246"/>
                  </a:lnTo>
                  <a:lnTo>
                    <a:pt x="142" y="243"/>
                  </a:lnTo>
                  <a:lnTo>
                    <a:pt x="124" y="241"/>
                  </a:lnTo>
                  <a:lnTo>
                    <a:pt x="112" y="237"/>
                  </a:lnTo>
                  <a:lnTo>
                    <a:pt x="103" y="230"/>
                  </a:lnTo>
                  <a:lnTo>
                    <a:pt x="102" y="225"/>
                  </a:lnTo>
                  <a:lnTo>
                    <a:pt x="98" y="220"/>
                  </a:lnTo>
                  <a:lnTo>
                    <a:pt x="96" y="215"/>
                  </a:lnTo>
                  <a:lnTo>
                    <a:pt x="96" y="209"/>
                  </a:lnTo>
                  <a:lnTo>
                    <a:pt x="96" y="206"/>
                  </a:lnTo>
                  <a:lnTo>
                    <a:pt x="96" y="202"/>
                  </a:lnTo>
                  <a:lnTo>
                    <a:pt x="98" y="202"/>
                  </a:lnTo>
                  <a:lnTo>
                    <a:pt x="100" y="201"/>
                  </a:lnTo>
                  <a:lnTo>
                    <a:pt x="102" y="201"/>
                  </a:lnTo>
                  <a:lnTo>
                    <a:pt x="103" y="201"/>
                  </a:lnTo>
                  <a:lnTo>
                    <a:pt x="107" y="199"/>
                  </a:lnTo>
                  <a:lnTo>
                    <a:pt x="109" y="194"/>
                  </a:lnTo>
                  <a:lnTo>
                    <a:pt x="109" y="188"/>
                  </a:lnTo>
                  <a:lnTo>
                    <a:pt x="109" y="185"/>
                  </a:lnTo>
                  <a:lnTo>
                    <a:pt x="110" y="183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6" y="178"/>
                  </a:lnTo>
                  <a:lnTo>
                    <a:pt x="117" y="178"/>
                  </a:lnTo>
                  <a:lnTo>
                    <a:pt x="119" y="178"/>
                  </a:lnTo>
                  <a:lnTo>
                    <a:pt x="122" y="176"/>
                  </a:lnTo>
                  <a:lnTo>
                    <a:pt x="124" y="169"/>
                  </a:lnTo>
                  <a:lnTo>
                    <a:pt x="126" y="164"/>
                  </a:lnTo>
                  <a:lnTo>
                    <a:pt x="128" y="159"/>
                  </a:lnTo>
                  <a:lnTo>
                    <a:pt x="131" y="154"/>
                  </a:lnTo>
                  <a:lnTo>
                    <a:pt x="133" y="152"/>
                  </a:lnTo>
                  <a:lnTo>
                    <a:pt x="135" y="152"/>
                  </a:lnTo>
                  <a:lnTo>
                    <a:pt x="136" y="150"/>
                  </a:lnTo>
                  <a:lnTo>
                    <a:pt x="138" y="150"/>
                  </a:lnTo>
                  <a:lnTo>
                    <a:pt x="142" y="150"/>
                  </a:lnTo>
                  <a:close/>
                  <a:moveTo>
                    <a:pt x="1172" y="131"/>
                  </a:moveTo>
                  <a:lnTo>
                    <a:pt x="1177" y="133"/>
                  </a:lnTo>
                  <a:lnTo>
                    <a:pt x="1182" y="134"/>
                  </a:lnTo>
                  <a:lnTo>
                    <a:pt x="1185" y="136"/>
                  </a:lnTo>
                  <a:lnTo>
                    <a:pt x="1191" y="138"/>
                  </a:lnTo>
                  <a:lnTo>
                    <a:pt x="1191" y="143"/>
                  </a:lnTo>
                  <a:lnTo>
                    <a:pt x="1192" y="147"/>
                  </a:lnTo>
                  <a:lnTo>
                    <a:pt x="1192" y="150"/>
                  </a:lnTo>
                  <a:lnTo>
                    <a:pt x="1194" y="154"/>
                  </a:lnTo>
                  <a:lnTo>
                    <a:pt x="1182" y="154"/>
                  </a:lnTo>
                  <a:lnTo>
                    <a:pt x="1180" y="150"/>
                  </a:lnTo>
                  <a:lnTo>
                    <a:pt x="1178" y="147"/>
                  </a:lnTo>
                  <a:lnTo>
                    <a:pt x="1175" y="143"/>
                  </a:lnTo>
                  <a:lnTo>
                    <a:pt x="1173" y="141"/>
                  </a:lnTo>
                  <a:lnTo>
                    <a:pt x="1173" y="136"/>
                  </a:lnTo>
                  <a:lnTo>
                    <a:pt x="1172" y="131"/>
                  </a:lnTo>
                  <a:close/>
                  <a:moveTo>
                    <a:pt x="1658" y="108"/>
                  </a:moveTo>
                  <a:lnTo>
                    <a:pt x="1664" y="117"/>
                  </a:lnTo>
                  <a:lnTo>
                    <a:pt x="1669" y="134"/>
                  </a:lnTo>
                  <a:lnTo>
                    <a:pt x="1676" y="150"/>
                  </a:lnTo>
                  <a:lnTo>
                    <a:pt x="1685" y="166"/>
                  </a:lnTo>
                  <a:lnTo>
                    <a:pt x="1690" y="173"/>
                  </a:lnTo>
                  <a:lnTo>
                    <a:pt x="1693" y="169"/>
                  </a:lnTo>
                  <a:lnTo>
                    <a:pt x="1695" y="168"/>
                  </a:lnTo>
                  <a:lnTo>
                    <a:pt x="1699" y="168"/>
                  </a:lnTo>
                  <a:lnTo>
                    <a:pt x="1702" y="166"/>
                  </a:lnTo>
                  <a:lnTo>
                    <a:pt x="1709" y="166"/>
                  </a:lnTo>
                  <a:lnTo>
                    <a:pt x="1709" y="169"/>
                  </a:lnTo>
                  <a:lnTo>
                    <a:pt x="1713" y="169"/>
                  </a:lnTo>
                  <a:lnTo>
                    <a:pt x="1713" y="180"/>
                  </a:lnTo>
                  <a:lnTo>
                    <a:pt x="1686" y="183"/>
                  </a:lnTo>
                  <a:lnTo>
                    <a:pt x="1683" y="211"/>
                  </a:lnTo>
                  <a:lnTo>
                    <a:pt x="1674" y="234"/>
                  </a:lnTo>
                  <a:lnTo>
                    <a:pt x="1667" y="257"/>
                  </a:lnTo>
                  <a:lnTo>
                    <a:pt x="1664" y="276"/>
                  </a:lnTo>
                  <a:lnTo>
                    <a:pt x="1662" y="295"/>
                  </a:lnTo>
                  <a:lnTo>
                    <a:pt x="1662" y="311"/>
                  </a:lnTo>
                  <a:lnTo>
                    <a:pt x="1658" y="326"/>
                  </a:lnTo>
                  <a:lnTo>
                    <a:pt x="1655" y="326"/>
                  </a:lnTo>
                  <a:lnTo>
                    <a:pt x="1655" y="323"/>
                  </a:lnTo>
                  <a:lnTo>
                    <a:pt x="1650" y="316"/>
                  </a:lnTo>
                  <a:lnTo>
                    <a:pt x="1641" y="307"/>
                  </a:lnTo>
                  <a:lnTo>
                    <a:pt x="1631" y="295"/>
                  </a:lnTo>
                  <a:lnTo>
                    <a:pt x="1622" y="283"/>
                  </a:lnTo>
                  <a:lnTo>
                    <a:pt x="1615" y="271"/>
                  </a:lnTo>
                  <a:lnTo>
                    <a:pt x="1611" y="260"/>
                  </a:lnTo>
                  <a:lnTo>
                    <a:pt x="1613" y="253"/>
                  </a:lnTo>
                  <a:lnTo>
                    <a:pt x="1617" y="251"/>
                  </a:lnTo>
                  <a:lnTo>
                    <a:pt x="1620" y="251"/>
                  </a:lnTo>
                  <a:lnTo>
                    <a:pt x="1622" y="251"/>
                  </a:lnTo>
                  <a:lnTo>
                    <a:pt x="1624" y="251"/>
                  </a:lnTo>
                  <a:lnTo>
                    <a:pt x="1625" y="251"/>
                  </a:lnTo>
                  <a:lnTo>
                    <a:pt x="1627" y="251"/>
                  </a:lnTo>
                  <a:lnTo>
                    <a:pt x="1629" y="250"/>
                  </a:lnTo>
                  <a:lnTo>
                    <a:pt x="1632" y="246"/>
                  </a:lnTo>
                  <a:lnTo>
                    <a:pt x="1629" y="246"/>
                  </a:lnTo>
                  <a:lnTo>
                    <a:pt x="1629" y="243"/>
                  </a:lnTo>
                  <a:lnTo>
                    <a:pt x="1613" y="241"/>
                  </a:lnTo>
                  <a:lnTo>
                    <a:pt x="1604" y="236"/>
                  </a:lnTo>
                  <a:lnTo>
                    <a:pt x="1597" y="227"/>
                  </a:lnTo>
                  <a:lnTo>
                    <a:pt x="1604" y="225"/>
                  </a:lnTo>
                  <a:lnTo>
                    <a:pt x="1610" y="223"/>
                  </a:lnTo>
                  <a:lnTo>
                    <a:pt x="1613" y="222"/>
                  </a:lnTo>
                  <a:lnTo>
                    <a:pt x="1617" y="220"/>
                  </a:lnTo>
                  <a:lnTo>
                    <a:pt x="1620" y="218"/>
                  </a:lnTo>
                  <a:lnTo>
                    <a:pt x="1624" y="215"/>
                  </a:lnTo>
                  <a:lnTo>
                    <a:pt x="1624" y="211"/>
                  </a:lnTo>
                  <a:lnTo>
                    <a:pt x="1610" y="211"/>
                  </a:lnTo>
                  <a:lnTo>
                    <a:pt x="1606" y="213"/>
                  </a:lnTo>
                  <a:lnTo>
                    <a:pt x="1603" y="213"/>
                  </a:lnTo>
                  <a:lnTo>
                    <a:pt x="1599" y="215"/>
                  </a:lnTo>
                  <a:lnTo>
                    <a:pt x="1594" y="215"/>
                  </a:lnTo>
                  <a:lnTo>
                    <a:pt x="1585" y="199"/>
                  </a:lnTo>
                  <a:lnTo>
                    <a:pt x="1575" y="183"/>
                  </a:lnTo>
                  <a:lnTo>
                    <a:pt x="1576" y="178"/>
                  </a:lnTo>
                  <a:lnTo>
                    <a:pt x="1576" y="175"/>
                  </a:lnTo>
                  <a:lnTo>
                    <a:pt x="1578" y="173"/>
                  </a:lnTo>
                  <a:lnTo>
                    <a:pt x="1580" y="169"/>
                  </a:lnTo>
                  <a:lnTo>
                    <a:pt x="1580" y="166"/>
                  </a:lnTo>
                  <a:lnTo>
                    <a:pt x="1582" y="161"/>
                  </a:lnTo>
                  <a:lnTo>
                    <a:pt x="1578" y="161"/>
                  </a:lnTo>
                  <a:lnTo>
                    <a:pt x="1578" y="157"/>
                  </a:lnTo>
                  <a:lnTo>
                    <a:pt x="1575" y="159"/>
                  </a:lnTo>
                  <a:lnTo>
                    <a:pt x="1573" y="159"/>
                  </a:lnTo>
                  <a:lnTo>
                    <a:pt x="1571" y="159"/>
                  </a:lnTo>
                  <a:lnTo>
                    <a:pt x="1571" y="159"/>
                  </a:lnTo>
                  <a:lnTo>
                    <a:pt x="1569" y="159"/>
                  </a:lnTo>
                  <a:lnTo>
                    <a:pt x="1569" y="157"/>
                  </a:lnTo>
                  <a:lnTo>
                    <a:pt x="1566" y="154"/>
                  </a:lnTo>
                  <a:lnTo>
                    <a:pt x="1564" y="150"/>
                  </a:lnTo>
                  <a:lnTo>
                    <a:pt x="1562" y="147"/>
                  </a:lnTo>
                  <a:lnTo>
                    <a:pt x="1561" y="145"/>
                  </a:lnTo>
                  <a:lnTo>
                    <a:pt x="1561" y="140"/>
                  </a:lnTo>
                  <a:lnTo>
                    <a:pt x="1559" y="134"/>
                  </a:lnTo>
                  <a:lnTo>
                    <a:pt x="1578" y="122"/>
                  </a:lnTo>
                  <a:lnTo>
                    <a:pt x="1597" y="112"/>
                  </a:lnTo>
                  <a:lnTo>
                    <a:pt x="1599" y="117"/>
                  </a:lnTo>
                  <a:lnTo>
                    <a:pt x="1601" y="122"/>
                  </a:lnTo>
                  <a:lnTo>
                    <a:pt x="1603" y="124"/>
                  </a:lnTo>
                  <a:lnTo>
                    <a:pt x="1606" y="126"/>
                  </a:lnTo>
                  <a:lnTo>
                    <a:pt x="1608" y="126"/>
                  </a:lnTo>
                  <a:lnTo>
                    <a:pt x="1610" y="127"/>
                  </a:lnTo>
                  <a:lnTo>
                    <a:pt x="1613" y="129"/>
                  </a:lnTo>
                  <a:lnTo>
                    <a:pt x="1617" y="131"/>
                  </a:lnTo>
                  <a:lnTo>
                    <a:pt x="1620" y="141"/>
                  </a:lnTo>
                  <a:lnTo>
                    <a:pt x="1622" y="154"/>
                  </a:lnTo>
                  <a:lnTo>
                    <a:pt x="1624" y="166"/>
                  </a:lnTo>
                  <a:lnTo>
                    <a:pt x="1632" y="166"/>
                  </a:lnTo>
                  <a:lnTo>
                    <a:pt x="1632" y="157"/>
                  </a:lnTo>
                  <a:lnTo>
                    <a:pt x="1629" y="147"/>
                  </a:lnTo>
                  <a:lnTo>
                    <a:pt x="1629" y="134"/>
                  </a:lnTo>
                  <a:lnTo>
                    <a:pt x="1632" y="122"/>
                  </a:lnTo>
                  <a:lnTo>
                    <a:pt x="1636" y="112"/>
                  </a:lnTo>
                  <a:lnTo>
                    <a:pt x="1658" y="108"/>
                  </a:lnTo>
                  <a:close/>
                  <a:moveTo>
                    <a:pt x="2641" y="99"/>
                  </a:moveTo>
                  <a:lnTo>
                    <a:pt x="2646" y="103"/>
                  </a:lnTo>
                  <a:lnTo>
                    <a:pt x="2650" y="106"/>
                  </a:lnTo>
                  <a:lnTo>
                    <a:pt x="2655" y="106"/>
                  </a:lnTo>
                  <a:lnTo>
                    <a:pt x="2660" y="106"/>
                  </a:lnTo>
                  <a:lnTo>
                    <a:pt x="2669" y="108"/>
                  </a:lnTo>
                  <a:lnTo>
                    <a:pt x="2667" y="112"/>
                  </a:lnTo>
                  <a:lnTo>
                    <a:pt x="2667" y="113"/>
                  </a:lnTo>
                  <a:lnTo>
                    <a:pt x="2667" y="115"/>
                  </a:lnTo>
                  <a:lnTo>
                    <a:pt x="2666" y="117"/>
                  </a:lnTo>
                  <a:lnTo>
                    <a:pt x="2666" y="119"/>
                  </a:lnTo>
                  <a:lnTo>
                    <a:pt x="2653" y="126"/>
                  </a:lnTo>
                  <a:lnTo>
                    <a:pt x="2636" y="129"/>
                  </a:lnTo>
                  <a:lnTo>
                    <a:pt x="2618" y="131"/>
                  </a:lnTo>
                  <a:lnTo>
                    <a:pt x="2617" y="127"/>
                  </a:lnTo>
                  <a:lnTo>
                    <a:pt x="2617" y="124"/>
                  </a:lnTo>
                  <a:lnTo>
                    <a:pt x="2615" y="120"/>
                  </a:lnTo>
                  <a:lnTo>
                    <a:pt x="2615" y="115"/>
                  </a:lnTo>
                  <a:lnTo>
                    <a:pt x="2620" y="112"/>
                  </a:lnTo>
                  <a:lnTo>
                    <a:pt x="2624" y="108"/>
                  </a:lnTo>
                  <a:lnTo>
                    <a:pt x="2627" y="106"/>
                  </a:lnTo>
                  <a:lnTo>
                    <a:pt x="2631" y="103"/>
                  </a:lnTo>
                  <a:lnTo>
                    <a:pt x="2634" y="101"/>
                  </a:lnTo>
                  <a:lnTo>
                    <a:pt x="2641" y="99"/>
                  </a:lnTo>
                  <a:close/>
                  <a:moveTo>
                    <a:pt x="2104" y="99"/>
                  </a:moveTo>
                  <a:lnTo>
                    <a:pt x="2118" y="101"/>
                  </a:lnTo>
                  <a:lnTo>
                    <a:pt x="2128" y="106"/>
                  </a:lnTo>
                  <a:lnTo>
                    <a:pt x="2138" y="112"/>
                  </a:lnTo>
                  <a:lnTo>
                    <a:pt x="2135" y="115"/>
                  </a:lnTo>
                  <a:lnTo>
                    <a:pt x="2133" y="120"/>
                  </a:lnTo>
                  <a:lnTo>
                    <a:pt x="2130" y="122"/>
                  </a:lnTo>
                  <a:lnTo>
                    <a:pt x="2125" y="124"/>
                  </a:lnTo>
                  <a:lnTo>
                    <a:pt x="2119" y="126"/>
                  </a:lnTo>
                  <a:lnTo>
                    <a:pt x="2112" y="126"/>
                  </a:lnTo>
                  <a:lnTo>
                    <a:pt x="2107" y="129"/>
                  </a:lnTo>
                  <a:lnTo>
                    <a:pt x="2102" y="129"/>
                  </a:lnTo>
                  <a:lnTo>
                    <a:pt x="2097" y="131"/>
                  </a:lnTo>
                  <a:lnTo>
                    <a:pt x="2090" y="131"/>
                  </a:lnTo>
                  <a:lnTo>
                    <a:pt x="2090" y="120"/>
                  </a:lnTo>
                  <a:lnTo>
                    <a:pt x="2091" y="113"/>
                  </a:lnTo>
                  <a:lnTo>
                    <a:pt x="2098" y="108"/>
                  </a:lnTo>
                  <a:lnTo>
                    <a:pt x="2104" y="99"/>
                  </a:lnTo>
                  <a:close/>
                  <a:moveTo>
                    <a:pt x="765" y="99"/>
                  </a:moveTo>
                  <a:lnTo>
                    <a:pt x="779" y="99"/>
                  </a:lnTo>
                  <a:lnTo>
                    <a:pt x="782" y="108"/>
                  </a:lnTo>
                  <a:lnTo>
                    <a:pt x="786" y="113"/>
                  </a:lnTo>
                  <a:lnTo>
                    <a:pt x="789" y="120"/>
                  </a:lnTo>
                  <a:lnTo>
                    <a:pt x="791" y="131"/>
                  </a:lnTo>
                  <a:lnTo>
                    <a:pt x="788" y="131"/>
                  </a:lnTo>
                  <a:lnTo>
                    <a:pt x="777" y="124"/>
                  </a:lnTo>
                  <a:lnTo>
                    <a:pt x="770" y="117"/>
                  </a:lnTo>
                  <a:lnTo>
                    <a:pt x="765" y="110"/>
                  </a:lnTo>
                  <a:lnTo>
                    <a:pt x="765" y="99"/>
                  </a:lnTo>
                  <a:close/>
                  <a:moveTo>
                    <a:pt x="2734" y="77"/>
                  </a:moveTo>
                  <a:lnTo>
                    <a:pt x="2737" y="77"/>
                  </a:lnTo>
                  <a:lnTo>
                    <a:pt x="2741" y="79"/>
                  </a:lnTo>
                  <a:lnTo>
                    <a:pt x="2742" y="79"/>
                  </a:lnTo>
                  <a:lnTo>
                    <a:pt x="2744" y="79"/>
                  </a:lnTo>
                  <a:lnTo>
                    <a:pt x="2746" y="80"/>
                  </a:lnTo>
                  <a:lnTo>
                    <a:pt x="2742" y="84"/>
                  </a:lnTo>
                  <a:lnTo>
                    <a:pt x="2739" y="87"/>
                  </a:lnTo>
                  <a:lnTo>
                    <a:pt x="2737" y="92"/>
                  </a:lnTo>
                  <a:lnTo>
                    <a:pt x="2735" y="96"/>
                  </a:lnTo>
                  <a:lnTo>
                    <a:pt x="2734" y="103"/>
                  </a:lnTo>
                  <a:lnTo>
                    <a:pt x="2737" y="103"/>
                  </a:lnTo>
                  <a:lnTo>
                    <a:pt x="2741" y="98"/>
                  </a:lnTo>
                  <a:lnTo>
                    <a:pt x="2744" y="94"/>
                  </a:lnTo>
                  <a:lnTo>
                    <a:pt x="2748" y="91"/>
                  </a:lnTo>
                  <a:lnTo>
                    <a:pt x="2753" y="89"/>
                  </a:lnTo>
                  <a:lnTo>
                    <a:pt x="2763" y="99"/>
                  </a:lnTo>
                  <a:lnTo>
                    <a:pt x="2776" y="108"/>
                  </a:lnTo>
                  <a:lnTo>
                    <a:pt x="2784" y="115"/>
                  </a:lnTo>
                  <a:lnTo>
                    <a:pt x="2784" y="138"/>
                  </a:lnTo>
                  <a:lnTo>
                    <a:pt x="2790" y="143"/>
                  </a:lnTo>
                  <a:lnTo>
                    <a:pt x="2795" y="147"/>
                  </a:lnTo>
                  <a:lnTo>
                    <a:pt x="2800" y="148"/>
                  </a:lnTo>
                  <a:lnTo>
                    <a:pt x="2804" y="155"/>
                  </a:lnTo>
                  <a:lnTo>
                    <a:pt x="2807" y="169"/>
                  </a:lnTo>
                  <a:lnTo>
                    <a:pt x="2800" y="178"/>
                  </a:lnTo>
                  <a:lnTo>
                    <a:pt x="2797" y="187"/>
                  </a:lnTo>
                  <a:lnTo>
                    <a:pt x="2790" y="192"/>
                  </a:lnTo>
                  <a:lnTo>
                    <a:pt x="2781" y="194"/>
                  </a:lnTo>
                  <a:lnTo>
                    <a:pt x="2765" y="195"/>
                  </a:lnTo>
                  <a:lnTo>
                    <a:pt x="2753" y="185"/>
                  </a:lnTo>
                  <a:lnTo>
                    <a:pt x="2735" y="176"/>
                  </a:lnTo>
                  <a:lnTo>
                    <a:pt x="2716" y="171"/>
                  </a:lnTo>
                  <a:lnTo>
                    <a:pt x="2697" y="164"/>
                  </a:lnTo>
                  <a:lnTo>
                    <a:pt x="2680" y="157"/>
                  </a:lnTo>
                  <a:lnTo>
                    <a:pt x="2669" y="147"/>
                  </a:lnTo>
                  <a:lnTo>
                    <a:pt x="2676" y="143"/>
                  </a:lnTo>
                  <a:lnTo>
                    <a:pt x="2681" y="140"/>
                  </a:lnTo>
                  <a:lnTo>
                    <a:pt x="2685" y="136"/>
                  </a:lnTo>
                  <a:lnTo>
                    <a:pt x="2687" y="131"/>
                  </a:lnTo>
                  <a:lnTo>
                    <a:pt x="2688" y="122"/>
                  </a:lnTo>
                  <a:lnTo>
                    <a:pt x="2687" y="119"/>
                  </a:lnTo>
                  <a:lnTo>
                    <a:pt x="2685" y="113"/>
                  </a:lnTo>
                  <a:lnTo>
                    <a:pt x="2685" y="106"/>
                  </a:lnTo>
                  <a:lnTo>
                    <a:pt x="2685" y="99"/>
                  </a:lnTo>
                  <a:lnTo>
                    <a:pt x="2685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8" y="96"/>
                  </a:lnTo>
                  <a:lnTo>
                    <a:pt x="2704" y="92"/>
                  </a:lnTo>
                  <a:lnTo>
                    <a:pt x="2721" y="84"/>
                  </a:lnTo>
                  <a:lnTo>
                    <a:pt x="2734" y="77"/>
                  </a:lnTo>
                  <a:close/>
                  <a:moveTo>
                    <a:pt x="2512" y="73"/>
                  </a:moveTo>
                  <a:lnTo>
                    <a:pt x="2522" y="73"/>
                  </a:lnTo>
                  <a:lnTo>
                    <a:pt x="2536" y="87"/>
                  </a:lnTo>
                  <a:lnTo>
                    <a:pt x="2554" y="99"/>
                  </a:lnTo>
                  <a:lnTo>
                    <a:pt x="2554" y="103"/>
                  </a:lnTo>
                  <a:lnTo>
                    <a:pt x="2550" y="103"/>
                  </a:lnTo>
                  <a:lnTo>
                    <a:pt x="2550" y="108"/>
                  </a:lnTo>
                  <a:lnTo>
                    <a:pt x="2533" y="99"/>
                  </a:lnTo>
                  <a:lnTo>
                    <a:pt x="2521" y="87"/>
                  </a:lnTo>
                  <a:lnTo>
                    <a:pt x="2512" y="73"/>
                  </a:lnTo>
                  <a:close/>
                  <a:moveTo>
                    <a:pt x="2161" y="68"/>
                  </a:moveTo>
                  <a:lnTo>
                    <a:pt x="2175" y="72"/>
                  </a:lnTo>
                  <a:lnTo>
                    <a:pt x="2186" y="75"/>
                  </a:lnTo>
                  <a:lnTo>
                    <a:pt x="2196" y="80"/>
                  </a:lnTo>
                  <a:lnTo>
                    <a:pt x="2196" y="89"/>
                  </a:lnTo>
                  <a:lnTo>
                    <a:pt x="2187" y="91"/>
                  </a:lnTo>
                  <a:lnTo>
                    <a:pt x="2179" y="94"/>
                  </a:lnTo>
                  <a:lnTo>
                    <a:pt x="2166" y="96"/>
                  </a:lnTo>
                  <a:lnTo>
                    <a:pt x="2161" y="98"/>
                  </a:lnTo>
                  <a:lnTo>
                    <a:pt x="2158" y="99"/>
                  </a:lnTo>
                  <a:lnTo>
                    <a:pt x="2152" y="99"/>
                  </a:lnTo>
                  <a:lnTo>
                    <a:pt x="2147" y="99"/>
                  </a:lnTo>
                  <a:lnTo>
                    <a:pt x="2147" y="89"/>
                  </a:lnTo>
                  <a:lnTo>
                    <a:pt x="2151" y="84"/>
                  </a:lnTo>
                  <a:lnTo>
                    <a:pt x="2156" y="77"/>
                  </a:lnTo>
                  <a:lnTo>
                    <a:pt x="2161" y="68"/>
                  </a:lnTo>
                  <a:close/>
                  <a:moveTo>
                    <a:pt x="1735" y="58"/>
                  </a:moveTo>
                  <a:lnTo>
                    <a:pt x="1735" y="77"/>
                  </a:lnTo>
                  <a:lnTo>
                    <a:pt x="1742" y="77"/>
                  </a:lnTo>
                  <a:lnTo>
                    <a:pt x="1746" y="75"/>
                  </a:lnTo>
                  <a:lnTo>
                    <a:pt x="1749" y="75"/>
                  </a:lnTo>
                  <a:lnTo>
                    <a:pt x="1753" y="75"/>
                  </a:lnTo>
                  <a:lnTo>
                    <a:pt x="1754" y="75"/>
                  </a:lnTo>
                  <a:lnTo>
                    <a:pt x="1758" y="77"/>
                  </a:lnTo>
                  <a:lnTo>
                    <a:pt x="1763" y="80"/>
                  </a:lnTo>
                  <a:lnTo>
                    <a:pt x="1763" y="89"/>
                  </a:lnTo>
                  <a:lnTo>
                    <a:pt x="1767" y="91"/>
                  </a:lnTo>
                  <a:lnTo>
                    <a:pt x="1772" y="91"/>
                  </a:lnTo>
                  <a:lnTo>
                    <a:pt x="1775" y="89"/>
                  </a:lnTo>
                  <a:lnTo>
                    <a:pt x="1781" y="89"/>
                  </a:lnTo>
                  <a:lnTo>
                    <a:pt x="1782" y="87"/>
                  </a:lnTo>
                  <a:lnTo>
                    <a:pt x="1786" y="89"/>
                  </a:lnTo>
                  <a:lnTo>
                    <a:pt x="1789" y="92"/>
                  </a:lnTo>
                  <a:lnTo>
                    <a:pt x="1793" y="98"/>
                  </a:lnTo>
                  <a:lnTo>
                    <a:pt x="1796" y="103"/>
                  </a:lnTo>
                  <a:lnTo>
                    <a:pt x="1791" y="115"/>
                  </a:lnTo>
                  <a:lnTo>
                    <a:pt x="1786" y="127"/>
                  </a:lnTo>
                  <a:lnTo>
                    <a:pt x="1782" y="141"/>
                  </a:lnTo>
                  <a:lnTo>
                    <a:pt x="1770" y="141"/>
                  </a:lnTo>
                  <a:lnTo>
                    <a:pt x="1761" y="145"/>
                  </a:lnTo>
                  <a:lnTo>
                    <a:pt x="1753" y="150"/>
                  </a:lnTo>
                  <a:lnTo>
                    <a:pt x="1739" y="154"/>
                  </a:lnTo>
                  <a:lnTo>
                    <a:pt x="1730" y="147"/>
                  </a:lnTo>
                  <a:lnTo>
                    <a:pt x="1718" y="143"/>
                  </a:lnTo>
                  <a:lnTo>
                    <a:pt x="1706" y="138"/>
                  </a:lnTo>
                  <a:lnTo>
                    <a:pt x="1704" y="134"/>
                  </a:lnTo>
                  <a:lnTo>
                    <a:pt x="1704" y="131"/>
                  </a:lnTo>
                  <a:lnTo>
                    <a:pt x="1702" y="127"/>
                  </a:lnTo>
                  <a:lnTo>
                    <a:pt x="1700" y="122"/>
                  </a:lnTo>
                  <a:lnTo>
                    <a:pt x="1695" y="117"/>
                  </a:lnTo>
                  <a:lnTo>
                    <a:pt x="1690" y="112"/>
                  </a:lnTo>
                  <a:lnTo>
                    <a:pt x="1686" y="108"/>
                  </a:lnTo>
                  <a:lnTo>
                    <a:pt x="1683" y="101"/>
                  </a:lnTo>
                  <a:lnTo>
                    <a:pt x="1681" y="89"/>
                  </a:lnTo>
                  <a:lnTo>
                    <a:pt x="1688" y="80"/>
                  </a:lnTo>
                  <a:lnTo>
                    <a:pt x="1693" y="73"/>
                  </a:lnTo>
                  <a:lnTo>
                    <a:pt x="1700" y="73"/>
                  </a:lnTo>
                  <a:lnTo>
                    <a:pt x="1706" y="75"/>
                  </a:lnTo>
                  <a:lnTo>
                    <a:pt x="1713" y="77"/>
                  </a:lnTo>
                  <a:lnTo>
                    <a:pt x="1720" y="77"/>
                  </a:lnTo>
                  <a:lnTo>
                    <a:pt x="1720" y="65"/>
                  </a:lnTo>
                  <a:lnTo>
                    <a:pt x="1723" y="63"/>
                  </a:lnTo>
                  <a:lnTo>
                    <a:pt x="1727" y="61"/>
                  </a:lnTo>
                  <a:lnTo>
                    <a:pt x="1728" y="61"/>
                  </a:lnTo>
                  <a:lnTo>
                    <a:pt x="1732" y="59"/>
                  </a:lnTo>
                  <a:lnTo>
                    <a:pt x="1735" y="58"/>
                  </a:lnTo>
                  <a:close/>
                  <a:moveTo>
                    <a:pt x="2186" y="45"/>
                  </a:moveTo>
                  <a:lnTo>
                    <a:pt x="2200" y="45"/>
                  </a:lnTo>
                  <a:lnTo>
                    <a:pt x="2208" y="54"/>
                  </a:lnTo>
                  <a:lnTo>
                    <a:pt x="2217" y="59"/>
                  </a:lnTo>
                  <a:lnTo>
                    <a:pt x="2224" y="66"/>
                  </a:lnTo>
                  <a:lnTo>
                    <a:pt x="2231" y="77"/>
                  </a:lnTo>
                  <a:lnTo>
                    <a:pt x="2215" y="77"/>
                  </a:lnTo>
                  <a:lnTo>
                    <a:pt x="2205" y="66"/>
                  </a:lnTo>
                  <a:lnTo>
                    <a:pt x="2194" y="58"/>
                  </a:lnTo>
                  <a:lnTo>
                    <a:pt x="2186" y="45"/>
                  </a:lnTo>
                  <a:close/>
                  <a:moveTo>
                    <a:pt x="421" y="45"/>
                  </a:moveTo>
                  <a:lnTo>
                    <a:pt x="433" y="45"/>
                  </a:lnTo>
                  <a:lnTo>
                    <a:pt x="438" y="49"/>
                  </a:lnTo>
                  <a:lnTo>
                    <a:pt x="442" y="52"/>
                  </a:lnTo>
                  <a:lnTo>
                    <a:pt x="444" y="56"/>
                  </a:lnTo>
                  <a:lnTo>
                    <a:pt x="447" y="61"/>
                  </a:lnTo>
                  <a:lnTo>
                    <a:pt x="449" y="65"/>
                  </a:lnTo>
                  <a:lnTo>
                    <a:pt x="458" y="56"/>
                  </a:lnTo>
                  <a:lnTo>
                    <a:pt x="468" y="52"/>
                  </a:lnTo>
                  <a:lnTo>
                    <a:pt x="484" y="54"/>
                  </a:lnTo>
                  <a:lnTo>
                    <a:pt x="484" y="68"/>
                  </a:lnTo>
                  <a:lnTo>
                    <a:pt x="506" y="70"/>
                  </a:lnTo>
                  <a:lnTo>
                    <a:pt x="526" y="73"/>
                  </a:lnTo>
                  <a:lnTo>
                    <a:pt x="543" y="77"/>
                  </a:lnTo>
                  <a:lnTo>
                    <a:pt x="562" y="79"/>
                  </a:lnTo>
                  <a:lnTo>
                    <a:pt x="583" y="77"/>
                  </a:lnTo>
                  <a:lnTo>
                    <a:pt x="583" y="89"/>
                  </a:lnTo>
                  <a:lnTo>
                    <a:pt x="587" y="89"/>
                  </a:lnTo>
                  <a:lnTo>
                    <a:pt x="590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6" y="92"/>
                  </a:lnTo>
                  <a:lnTo>
                    <a:pt x="592" y="92"/>
                  </a:lnTo>
                  <a:lnTo>
                    <a:pt x="576" y="103"/>
                  </a:lnTo>
                  <a:lnTo>
                    <a:pt x="557" y="115"/>
                  </a:lnTo>
                  <a:lnTo>
                    <a:pt x="534" y="126"/>
                  </a:lnTo>
                  <a:lnTo>
                    <a:pt x="513" y="138"/>
                  </a:lnTo>
                  <a:lnTo>
                    <a:pt x="498" y="148"/>
                  </a:lnTo>
                  <a:lnTo>
                    <a:pt x="487" y="157"/>
                  </a:lnTo>
                  <a:lnTo>
                    <a:pt x="503" y="157"/>
                  </a:lnTo>
                  <a:lnTo>
                    <a:pt x="508" y="154"/>
                  </a:lnTo>
                  <a:lnTo>
                    <a:pt x="513" y="152"/>
                  </a:lnTo>
                  <a:lnTo>
                    <a:pt x="519" y="150"/>
                  </a:lnTo>
                  <a:lnTo>
                    <a:pt x="526" y="150"/>
                  </a:lnTo>
                  <a:lnTo>
                    <a:pt x="526" y="154"/>
                  </a:lnTo>
                  <a:lnTo>
                    <a:pt x="505" y="169"/>
                  </a:lnTo>
                  <a:lnTo>
                    <a:pt x="487" y="185"/>
                  </a:lnTo>
                  <a:lnTo>
                    <a:pt x="472" y="201"/>
                  </a:lnTo>
                  <a:lnTo>
                    <a:pt x="454" y="215"/>
                  </a:lnTo>
                  <a:lnTo>
                    <a:pt x="435" y="227"/>
                  </a:lnTo>
                  <a:lnTo>
                    <a:pt x="410" y="234"/>
                  </a:lnTo>
                  <a:lnTo>
                    <a:pt x="410" y="246"/>
                  </a:lnTo>
                  <a:lnTo>
                    <a:pt x="398" y="248"/>
                  </a:lnTo>
                  <a:lnTo>
                    <a:pt x="384" y="253"/>
                  </a:lnTo>
                  <a:lnTo>
                    <a:pt x="376" y="260"/>
                  </a:lnTo>
                  <a:lnTo>
                    <a:pt x="381" y="264"/>
                  </a:lnTo>
                  <a:lnTo>
                    <a:pt x="384" y="267"/>
                  </a:lnTo>
                  <a:lnTo>
                    <a:pt x="386" y="269"/>
                  </a:lnTo>
                  <a:lnTo>
                    <a:pt x="386" y="272"/>
                  </a:lnTo>
                  <a:lnTo>
                    <a:pt x="386" y="276"/>
                  </a:lnTo>
                  <a:lnTo>
                    <a:pt x="384" y="281"/>
                  </a:lnTo>
                  <a:lnTo>
                    <a:pt x="384" y="288"/>
                  </a:lnTo>
                  <a:lnTo>
                    <a:pt x="346" y="291"/>
                  </a:lnTo>
                  <a:lnTo>
                    <a:pt x="346" y="295"/>
                  </a:lnTo>
                  <a:lnTo>
                    <a:pt x="351" y="297"/>
                  </a:lnTo>
                  <a:lnTo>
                    <a:pt x="353" y="297"/>
                  </a:lnTo>
                  <a:lnTo>
                    <a:pt x="356" y="297"/>
                  </a:lnTo>
                  <a:lnTo>
                    <a:pt x="356" y="297"/>
                  </a:lnTo>
                  <a:lnTo>
                    <a:pt x="358" y="298"/>
                  </a:lnTo>
                  <a:lnTo>
                    <a:pt x="358" y="300"/>
                  </a:lnTo>
                  <a:lnTo>
                    <a:pt x="362" y="304"/>
                  </a:lnTo>
                  <a:lnTo>
                    <a:pt x="356" y="304"/>
                  </a:lnTo>
                  <a:lnTo>
                    <a:pt x="348" y="307"/>
                  </a:lnTo>
                  <a:lnTo>
                    <a:pt x="337" y="311"/>
                  </a:lnTo>
                  <a:lnTo>
                    <a:pt x="327" y="314"/>
                  </a:lnTo>
                  <a:lnTo>
                    <a:pt x="330" y="316"/>
                  </a:lnTo>
                  <a:lnTo>
                    <a:pt x="332" y="316"/>
                  </a:lnTo>
                  <a:lnTo>
                    <a:pt x="334" y="316"/>
                  </a:lnTo>
                  <a:lnTo>
                    <a:pt x="335" y="318"/>
                  </a:lnTo>
                  <a:lnTo>
                    <a:pt x="337" y="318"/>
                  </a:lnTo>
                  <a:lnTo>
                    <a:pt x="335" y="321"/>
                  </a:lnTo>
                  <a:lnTo>
                    <a:pt x="334" y="325"/>
                  </a:lnTo>
                  <a:lnTo>
                    <a:pt x="332" y="326"/>
                  </a:lnTo>
                  <a:lnTo>
                    <a:pt x="334" y="328"/>
                  </a:lnTo>
                  <a:lnTo>
                    <a:pt x="334" y="330"/>
                  </a:lnTo>
                  <a:lnTo>
                    <a:pt x="335" y="333"/>
                  </a:lnTo>
                  <a:lnTo>
                    <a:pt x="337" y="337"/>
                  </a:lnTo>
                  <a:lnTo>
                    <a:pt x="330" y="339"/>
                  </a:lnTo>
                  <a:lnTo>
                    <a:pt x="325" y="339"/>
                  </a:lnTo>
                  <a:lnTo>
                    <a:pt x="320" y="339"/>
                  </a:lnTo>
                  <a:lnTo>
                    <a:pt x="314" y="342"/>
                  </a:lnTo>
                  <a:lnTo>
                    <a:pt x="332" y="342"/>
                  </a:lnTo>
                  <a:lnTo>
                    <a:pt x="346" y="346"/>
                  </a:lnTo>
                  <a:lnTo>
                    <a:pt x="346" y="353"/>
                  </a:lnTo>
                  <a:lnTo>
                    <a:pt x="323" y="353"/>
                  </a:lnTo>
                  <a:lnTo>
                    <a:pt x="321" y="358"/>
                  </a:lnTo>
                  <a:lnTo>
                    <a:pt x="321" y="360"/>
                  </a:lnTo>
                  <a:lnTo>
                    <a:pt x="321" y="361"/>
                  </a:lnTo>
                  <a:lnTo>
                    <a:pt x="320" y="363"/>
                  </a:lnTo>
                  <a:lnTo>
                    <a:pt x="318" y="365"/>
                  </a:lnTo>
                  <a:lnTo>
                    <a:pt x="309" y="368"/>
                  </a:lnTo>
                  <a:lnTo>
                    <a:pt x="297" y="368"/>
                  </a:lnTo>
                  <a:lnTo>
                    <a:pt x="285" y="368"/>
                  </a:lnTo>
                  <a:lnTo>
                    <a:pt x="273" y="361"/>
                  </a:lnTo>
                  <a:lnTo>
                    <a:pt x="257" y="361"/>
                  </a:lnTo>
                  <a:lnTo>
                    <a:pt x="241" y="363"/>
                  </a:lnTo>
                  <a:lnTo>
                    <a:pt x="224" y="365"/>
                  </a:lnTo>
                  <a:lnTo>
                    <a:pt x="208" y="363"/>
                  </a:lnTo>
                  <a:lnTo>
                    <a:pt x="192" y="358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89" y="354"/>
                  </a:lnTo>
                  <a:lnTo>
                    <a:pt x="189" y="353"/>
                  </a:lnTo>
                  <a:lnTo>
                    <a:pt x="189" y="349"/>
                  </a:lnTo>
                  <a:lnTo>
                    <a:pt x="192" y="349"/>
                  </a:lnTo>
                  <a:lnTo>
                    <a:pt x="194" y="346"/>
                  </a:lnTo>
                  <a:lnTo>
                    <a:pt x="198" y="342"/>
                  </a:lnTo>
                  <a:lnTo>
                    <a:pt x="199" y="340"/>
                  </a:lnTo>
                  <a:lnTo>
                    <a:pt x="203" y="339"/>
                  </a:lnTo>
                  <a:lnTo>
                    <a:pt x="205" y="335"/>
                  </a:lnTo>
                  <a:lnTo>
                    <a:pt x="208" y="330"/>
                  </a:lnTo>
                  <a:lnTo>
                    <a:pt x="201" y="328"/>
                  </a:lnTo>
                  <a:lnTo>
                    <a:pt x="196" y="325"/>
                  </a:lnTo>
                  <a:lnTo>
                    <a:pt x="192" y="319"/>
                  </a:lnTo>
                  <a:lnTo>
                    <a:pt x="191" y="314"/>
                  </a:lnTo>
                  <a:lnTo>
                    <a:pt x="189" y="307"/>
                  </a:lnTo>
                  <a:lnTo>
                    <a:pt x="196" y="307"/>
                  </a:lnTo>
                  <a:lnTo>
                    <a:pt x="208" y="304"/>
                  </a:lnTo>
                  <a:lnTo>
                    <a:pt x="222" y="307"/>
                  </a:lnTo>
                  <a:lnTo>
                    <a:pt x="234" y="312"/>
                  </a:lnTo>
                  <a:lnTo>
                    <a:pt x="246" y="318"/>
                  </a:lnTo>
                  <a:lnTo>
                    <a:pt x="246" y="311"/>
                  </a:lnTo>
                  <a:lnTo>
                    <a:pt x="234" y="305"/>
                  </a:lnTo>
                  <a:lnTo>
                    <a:pt x="224" y="300"/>
                  </a:lnTo>
                  <a:lnTo>
                    <a:pt x="215" y="291"/>
                  </a:lnTo>
                  <a:lnTo>
                    <a:pt x="218" y="291"/>
                  </a:lnTo>
                  <a:lnTo>
                    <a:pt x="227" y="278"/>
                  </a:lnTo>
                  <a:lnTo>
                    <a:pt x="238" y="269"/>
                  </a:lnTo>
                  <a:lnTo>
                    <a:pt x="252" y="262"/>
                  </a:lnTo>
                  <a:lnTo>
                    <a:pt x="269" y="257"/>
                  </a:lnTo>
                  <a:lnTo>
                    <a:pt x="269" y="253"/>
                  </a:lnTo>
                  <a:lnTo>
                    <a:pt x="253" y="248"/>
                  </a:lnTo>
                  <a:lnTo>
                    <a:pt x="241" y="239"/>
                  </a:lnTo>
                  <a:lnTo>
                    <a:pt x="231" y="227"/>
                  </a:lnTo>
                  <a:lnTo>
                    <a:pt x="222" y="215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6" y="211"/>
                  </a:lnTo>
                  <a:lnTo>
                    <a:pt x="241" y="211"/>
                  </a:lnTo>
                  <a:lnTo>
                    <a:pt x="248" y="216"/>
                  </a:lnTo>
                  <a:lnTo>
                    <a:pt x="253" y="222"/>
                  </a:lnTo>
                  <a:lnTo>
                    <a:pt x="260" y="227"/>
                  </a:lnTo>
                  <a:lnTo>
                    <a:pt x="260" y="223"/>
                  </a:lnTo>
                  <a:lnTo>
                    <a:pt x="259" y="220"/>
                  </a:lnTo>
                  <a:lnTo>
                    <a:pt x="257" y="220"/>
                  </a:lnTo>
                  <a:lnTo>
                    <a:pt x="257" y="218"/>
                  </a:lnTo>
                  <a:lnTo>
                    <a:pt x="255" y="216"/>
                  </a:lnTo>
                  <a:lnTo>
                    <a:pt x="255" y="215"/>
                  </a:lnTo>
                  <a:lnTo>
                    <a:pt x="253" y="211"/>
                  </a:lnTo>
                  <a:lnTo>
                    <a:pt x="257" y="211"/>
                  </a:lnTo>
                  <a:lnTo>
                    <a:pt x="257" y="208"/>
                  </a:lnTo>
                  <a:lnTo>
                    <a:pt x="273" y="202"/>
                  </a:lnTo>
                  <a:lnTo>
                    <a:pt x="288" y="199"/>
                  </a:lnTo>
                  <a:lnTo>
                    <a:pt x="304" y="197"/>
                  </a:lnTo>
                  <a:lnTo>
                    <a:pt x="323" y="199"/>
                  </a:lnTo>
                  <a:lnTo>
                    <a:pt x="314" y="188"/>
                  </a:lnTo>
                  <a:lnTo>
                    <a:pt x="325" y="185"/>
                  </a:lnTo>
                  <a:lnTo>
                    <a:pt x="337" y="180"/>
                  </a:lnTo>
                  <a:lnTo>
                    <a:pt x="349" y="175"/>
                  </a:lnTo>
                  <a:lnTo>
                    <a:pt x="356" y="169"/>
                  </a:lnTo>
                  <a:lnTo>
                    <a:pt x="362" y="169"/>
                  </a:lnTo>
                  <a:lnTo>
                    <a:pt x="362" y="166"/>
                  </a:lnTo>
                  <a:lnTo>
                    <a:pt x="353" y="166"/>
                  </a:lnTo>
                  <a:lnTo>
                    <a:pt x="349" y="168"/>
                  </a:lnTo>
                  <a:lnTo>
                    <a:pt x="346" y="169"/>
                  </a:lnTo>
                  <a:lnTo>
                    <a:pt x="344" y="169"/>
                  </a:lnTo>
                  <a:lnTo>
                    <a:pt x="342" y="169"/>
                  </a:lnTo>
                  <a:lnTo>
                    <a:pt x="341" y="169"/>
                  </a:lnTo>
                  <a:lnTo>
                    <a:pt x="339" y="168"/>
                  </a:lnTo>
                  <a:lnTo>
                    <a:pt x="337" y="166"/>
                  </a:lnTo>
                  <a:lnTo>
                    <a:pt x="334" y="166"/>
                  </a:lnTo>
                  <a:lnTo>
                    <a:pt x="330" y="169"/>
                  </a:lnTo>
                  <a:lnTo>
                    <a:pt x="325" y="175"/>
                  </a:lnTo>
                  <a:lnTo>
                    <a:pt x="320" y="180"/>
                  </a:lnTo>
                  <a:lnTo>
                    <a:pt x="316" y="185"/>
                  </a:lnTo>
                  <a:lnTo>
                    <a:pt x="311" y="188"/>
                  </a:lnTo>
                  <a:lnTo>
                    <a:pt x="292" y="194"/>
                  </a:lnTo>
                  <a:lnTo>
                    <a:pt x="274" y="194"/>
                  </a:lnTo>
                  <a:lnTo>
                    <a:pt x="257" y="190"/>
                  </a:lnTo>
                  <a:lnTo>
                    <a:pt x="241" y="183"/>
                  </a:lnTo>
                  <a:lnTo>
                    <a:pt x="239" y="183"/>
                  </a:lnTo>
                  <a:lnTo>
                    <a:pt x="236" y="185"/>
                  </a:lnTo>
                  <a:lnTo>
                    <a:pt x="231" y="187"/>
                  </a:lnTo>
                  <a:lnTo>
                    <a:pt x="227" y="188"/>
                  </a:lnTo>
                  <a:lnTo>
                    <a:pt x="224" y="190"/>
                  </a:lnTo>
                  <a:lnTo>
                    <a:pt x="218" y="192"/>
                  </a:lnTo>
                  <a:lnTo>
                    <a:pt x="215" y="183"/>
                  </a:lnTo>
                  <a:lnTo>
                    <a:pt x="218" y="182"/>
                  </a:lnTo>
                  <a:lnTo>
                    <a:pt x="218" y="182"/>
                  </a:lnTo>
                  <a:lnTo>
                    <a:pt x="220" y="180"/>
                  </a:lnTo>
                  <a:lnTo>
                    <a:pt x="222" y="176"/>
                  </a:lnTo>
                  <a:lnTo>
                    <a:pt x="212" y="176"/>
                  </a:lnTo>
                  <a:lnTo>
                    <a:pt x="208" y="178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2" y="180"/>
                  </a:lnTo>
                  <a:lnTo>
                    <a:pt x="189" y="169"/>
                  </a:lnTo>
                  <a:lnTo>
                    <a:pt x="192" y="168"/>
                  </a:lnTo>
                  <a:lnTo>
                    <a:pt x="194" y="168"/>
                  </a:lnTo>
                  <a:lnTo>
                    <a:pt x="196" y="168"/>
                  </a:lnTo>
                  <a:lnTo>
                    <a:pt x="198" y="166"/>
                  </a:lnTo>
                  <a:lnTo>
                    <a:pt x="199" y="166"/>
                  </a:lnTo>
                  <a:lnTo>
                    <a:pt x="177" y="169"/>
                  </a:lnTo>
                  <a:lnTo>
                    <a:pt x="175" y="164"/>
                  </a:lnTo>
                  <a:lnTo>
                    <a:pt x="171" y="161"/>
                  </a:lnTo>
                  <a:lnTo>
                    <a:pt x="170" y="159"/>
                  </a:lnTo>
                  <a:lnTo>
                    <a:pt x="168" y="155"/>
                  </a:lnTo>
                  <a:lnTo>
                    <a:pt x="164" y="150"/>
                  </a:lnTo>
                  <a:lnTo>
                    <a:pt x="170" y="148"/>
                  </a:lnTo>
                  <a:lnTo>
                    <a:pt x="173" y="148"/>
                  </a:lnTo>
                  <a:lnTo>
                    <a:pt x="175" y="148"/>
                  </a:lnTo>
                  <a:lnTo>
                    <a:pt x="177" y="148"/>
                  </a:lnTo>
                  <a:lnTo>
                    <a:pt x="177" y="147"/>
                  </a:lnTo>
                  <a:lnTo>
                    <a:pt x="178" y="145"/>
                  </a:lnTo>
                  <a:lnTo>
                    <a:pt x="180" y="141"/>
                  </a:lnTo>
                  <a:lnTo>
                    <a:pt x="173" y="140"/>
                  </a:lnTo>
                  <a:lnTo>
                    <a:pt x="166" y="138"/>
                  </a:lnTo>
                  <a:lnTo>
                    <a:pt x="163" y="134"/>
                  </a:lnTo>
                  <a:lnTo>
                    <a:pt x="157" y="131"/>
                  </a:lnTo>
                  <a:lnTo>
                    <a:pt x="161" y="131"/>
                  </a:lnTo>
                  <a:lnTo>
                    <a:pt x="161" y="126"/>
                  </a:lnTo>
                  <a:lnTo>
                    <a:pt x="178" y="129"/>
                  </a:lnTo>
                  <a:lnTo>
                    <a:pt x="187" y="127"/>
                  </a:lnTo>
                  <a:lnTo>
                    <a:pt x="194" y="124"/>
                  </a:lnTo>
                  <a:lnTo>
                    <a:pt x="198" y="119"/>
                  </a:lnTo>
                  <a:lnTo>
                    <a:pt x="203" y="112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29" y="108"/>
                  </a:lnTo>
                  <a:lnTo>
                    <a:pt x="238" y="112"/>
                  </a:lnTo>
                  <a:lnTo>
                    <a:pt x="245" y="113"/>
                  </a:lnTo>
                  <a:lnTo>
                    <a:pt x="253" y="112"/>
                  </a:lnTo>
                  <a:lnTo>
                    <a:pt x="250" y="110"/>
                  </a:lnTo>
                  <a:lnTo>
                    <a:pt x="246" y="108"/>
                  </a:lnTo>
                  <a:lnTo>
                    <a:pt x="245" y="108"/>
                  </a:lnTo>
                  <a:lnTo>
                    <a:pt x="245" y="106"/>
                  </a:lnTo>
                  <a:lnTo>
                    <a:pt x="243" y="105"/>
                  </a:lnTo>
                  <a:lnTo>
                    <a:pt x="243" y="101"/>
                  </a:lnTo>
                  <a:lnTo>
                    <a:pt x="241" y="96"/>
                  </a:lnTo>
                  <a:lnTo>
                    <a:pt x="246" y="94"/>
                  </a:lnTo>
                  <a:lnTo>
                    <a:pt x="250" y="92"/>
                  </a:lnTo>
                  <a:lnTo>
                    <a:pt x="253" y="92"/>
                  </a:lnTo>
                  <a:lnTo>
                    <a:pt x="255" y="91"/>
                  </a:lnTo>
                  <a:lnTo>
                    <a:pt x="259" y="89"/>
                  </a:lnTo>
                  <a:lnTo>
                    <a:pt x="266" y="89"/>
                  </a:lnTo>
                  <a:lnTo>
                    <a:pt x="269" y="91"/>
                  </a:lnTo>
                  <a:lnTo>
                    <a:pt x="273" y="94"/>
                  </a:lnTo>
                  <a:lnTo>
                    <a:pt x="276" y="96"/>
                  </a:lnTo>
                  <a:lnTo>
                    <a:pt x="276" y="92"/>
                  </a:lnTo>
                  <a:lnTo>
                    <a:pt x="274" y="91"/>
                  </a:lnTo>
                  <a:lnTo>
                    <a:pt x="274" y="89"/>
                  </a:lnTo>
                  <a:lnTo>
                    <a:pt x="274" y="89"/>
                  </a:lnTo>
                  <a:lnTo>
                    <a:pt x="274" y="87"/>
                  </a:lnTo>
                  <a:lnTo>
                    <a:pt x="273" y="84"/>
                  </a:lnTo>
                  <a:lnTo>
                    <a:pt x="278" y="82"/>
                  </a:lnTo>
                  <a:lnTo>
                    <a:pt x="281" y="80"/>
                  </a:lnTo>
                  <a:lnTo>
                    <a:pt x="287" y="77"/>
                  </a:lnTo>
                  <a:lnTo>
                    <a:pt x="290" y="73"/>
                  </a:lnTo>
                  <a:lnTo>
                    <a:pt x="292" y="73"/>
                  </a:lnTo>
                  <a:lnTo>
                    <a:pt x="299" y="73"/>
                  </a:lnTo>
                  <a:lnTo>
                    <a:pt x="304" y="75"/>
                  </a:lnTo>
                  <a:lnTo>
                    <a:pt x="308" y="79"/>
                  </a:lnTo>
                  <a:lnTo>
                    <a:pt x="314" y="79"/>
                  </a:lnTo>
                  <a:lnTo>
                    <a:pt x="323" y="77"/>
                  </a:lnTo>
                  <a:lnTo>
                    <a:pt x="327" y="65"/>
                  </a:lnTo>
                  <a:lnTo>
                    <a:pt x="332" y="63"/>
                  </a:lnTo>
                  <a:lnTo>
                    <a:pt x="337" y="63"/>
                  </a:lnTo>
                  <a:lnTo>
                    <a:pt x="342" y="63"/>
                  </a:lnTo>
                  <a:lnTo>
                    <a:pt x="346" y="65"/>
                  </a:lnTo>
                  <a:lnTo>
                    <a:pt x="349" y="65"/>
                  </a:lnTo>
                  <a:lnTo>
                    <a:pt x="356" y="54"/>
                  </a:lnTo>
                  <a:lnTo>
                    <a:pt x="367" y="52"/>
                  </a:lnTo>
                  <a:lnTo>
                    <a:pt x="374" y="56"/>
                  </a:lnTo>
                  <a:lnTo>
                    <a:pt x="381" y="59"/>
                  </a:lnTo>
                  <a:lnTo>
                    <a:pt x="388" y="61"/>
                  </a:lnTo>
                  <a:lnTo>
                    <a:pt x="397" y="58"/>
                  </a:lnTo>
                  <a:lnTo>
                    <a:pt x="409" y="51"/>
                  </a:lnTo>
                  <a:lnTo>
                    <a:pt x="421" y="45"/>
                  </a:lnTo>
                  <a:close/>
                  <a:moveTo>
                    <a:pt x="2104" y="42"/>
                  </a:moveTo>
                  <a:lnTo>
                    <a:pt x="2111" y="44"/>
                  </a:lnTo>
                  <a:lnTo>
                    <a:pt x="2118" y="47"/>
                  </a:lnTo>
                  <a:lnTo>
                    <a:pt x="2121" y="51"/>
                  </a:lnTo>
                  <a:lnTo>
                    <a:pt x="2126" y="54"/>
                  </a:lnTo>
                  <a:lnTo>
                    <a:pt x="2132" y="58"/>
                  </a:lnTo>
                  <a:lnTo>
                    <a:pt x="2128" y="68"/>
                  </a:lnTo>
                  <a:lnTo>
                    <a:pt x="2107" y="80"/>
                  </a:lnTo>
                  <a:lnTo>
                    <a:pt x="2091" y="94"/>
                  </a:lnTo>
                  <a:lnTo>
                    <a:pt x="2077" y="112"/>
                  </a:lnTo>
                  <a:lnTo>
                    <a:pt x="2074" y="112"/>
                  </a:lnTo>
                  <a:lnTo>
                    <a:pt x="2074" y="108"/>
                  </a:lnTo>
                  <a:lnTo>
                    <a:pt x="2069" y="105"/>
                  </a:lnTo>
                  <a:lnTo>
                    <a:pt x="2065" y="101"/>
                  </a:lnTo>
                  <a:lnTo>
                    <a:pt x="2063" y="98"/>
                  </a:lnTo>
                  <a:lnTo>
                    <a:pt x="2060" y="94"/>
                  </a:lnTo>
                  <a:lnTo>
                    <a:pt x="2058" y="89"/>
                  </a:lnTo>
                  <a:lnTo>
                    <a:pt x="2062" y="82"/>
                  </a:lnTo>
                  <a:lnTo>
                    <a:pt x="2063" y="77"/>
                  </a:lnTo>
                  <a:lnTo>
                    <a:pt x="2065" y="68"/>
                  </a:lnTo>
                  <a:lnTo>
                    <a:pt x="2039" y="68"/>
                  </a:lnTo>
                  <a:lnTo>
                    <a:pt x="2039" y="61"/>
                  </a:lnTo>
                  <a:lnTo>
                    <a:pt x="2053" y="56"/>
                  </a:lnTo>
                  <a:lnTo>
                    <a:pt x="2067" y="52"/>
                  </a:lnTo>
                  <a:lnTo>
                    <a:pt x="2084" y="49"/>
                  </a:lnTo>
                  <a:lnTo>
                    <a:pt x="2086" y="54"/>
                  </a:lnTo>
                  <a:lnTo>
                    <a:pt x="2088" y="56"/>
                  </a:lnTo>
                  <a:lnTo>
                    <a:pt x="2088" y="58"/>
                  </a:lnTo>
                  <a:lnTo>
                    <a:pt x="2090" y="58"/>
                  </a:lnTo>
                  <a:lnTo>
                    <a:pt x="2090" y="59"/>
                  </a:lnTo>
                  <a:lnTo>
                    <a:pt x="2093" y="61"/>
                  </a:lnTo>
                  <a:lnTo>
                    <a:pt x="2095" y="56"/>
                  </a:lnTo>
                  <a:lnTo>
                    <a:pt x="2097" y="52"/>
                  </a:lnTo>
                  <a:lnTo>
                    <a:pt x="2098" y="49"/>
                  </a:lnTo>
                  <a:lnTo>
                    <a:pt x="2102" y="45"/>
                  </a:lnTo>
                  <a:lnTo>
                    <a:pt x="2104" y="42"/>
                  </a:lnTo>
                  <a:close/>
                  <a:moveTo>
                    <a:pt x="2147" y="23"/>
                  </a:moveTo>
                  <a:lnTo>
                    <a:pt x="2151" y="24"/>
                  </a:lnTo>
                  <a:lnTo>
                    <a:pt x="2152" y="24"/>
                  </a:lnTo>
                  <a:lnTo>
                    <a:pt x="2154" y="26"/>
                  </a:lnTo>
                  <a:lnTo>
                    <a:pt x="2154" y="26"/>
                  </a:lnTo>
                  <a:lnTo>
                    <a:pt x="2156" y="28"/>
                  </a:lnTo>
                  <a:lnTo>
                    <a:pt x="2158" y="31"/>
                  </a:lnTo>
                  <a:lnTo>
                    <a:pt x="2161" y="37"/>
                  </a:lnTo>
                  <a:lnTo>
                    <a:pt x="2165" y="42"/>
                  </a:lnTo>
                  <a:lnTo>
                    <a:pt x="2166" y="49"/>
                  </a:lnTo>
                  <a:lnTo>
                    <a:pt x="2158" y="49"/>
                  </a:lnTo>
                  <a:lnTo>
                    <a:pt x="2158" y="45"/>
                  </a:lnTo>
                  <a:lnTo>
                    <a:pt x="2154" y="42"/>
                  </a:lnTo>
                  <a:lnTo>
                    <a:pt x="2151" y="38"/>
                  </a:lnTo>
                  <a:lnTo>
                    <a:pt x="2149" y="35"/>
                  </a:lnTo>
                  <a:lnTo>
                    <a:pt x="2147" y="30"/>
                  </a:lnTo>
                  <a:lnTo>
                    <a:pt x="2147" y="23"/>
                  </a:lnTo>
                  <a:close/>
                  <a:moveTo>
                    <a:pt x="943" y="19"/>
                  </a:moveTo>
                  <a:lnTo>
                    <a:pt x="967" y="19"/>
                  </a:lnTo>
                  <a:lnTo>
                    <a:pt x="992" y="23"/>
                  </a:lnTo>
                  <a:lnTo>
                    <a:pt x="1014" y="26"/>
                  </a:lnTo>
                  <a:lnTo>
                    <a:pt x="1034" y="31"/>
                  </a:lnTo>
                  <a:lnTo>
                    <a:pt x="1063" y="26"/>
                  </a:lnTo>
                  <a:lnTo>
                    <a:pt x="1067" y="30"/>
                  </a:lnTo>
                  <a:lnTo>
                    <a:pt x="1070" y="31"/>
                  </a:lnTo>
                  <a:lnTo>
                    <a:pt x="1074" y="37"/>
                  </a:lnTo>
                  <a:lnTo>
                    <a:pt x="1076" y="40"/>
                  </a:lnTo>
                  <a:lnTo>
                    <a:pt x="1079" y="42"/>
                  </a:lnTo>
                  <a:lnTo>
                    <a:pt x="1096" y="49"/>
                  </a:lnTo>
                  <a:lnTo>
                    <a:pt x="1116" y="54"/>
                  </a:lnTo>
                  <a:lnTo>
                    <a:pt x="1133" y="58"/>
                  </a:lnTo>
                  <a:lnTo>
                    <a:pt x="1133" y="65"/>
                  </a:lnTo>
                  <a:lnTo>
                    <a:pt x="1105" y="65"/>
                  </a:lnTo>
                  <a:lnTo>
                    <a:pt x="1093" y="59"/>
                  </a:lnTo>
                  <a:lnTo>
                    <a:pt x="1079" y="59"/>
                  </a:lnTo>
                  <a:lnTo>
                    <a:pt x="1063" y="61"/>
                  </a:lnTo>
                  <a:lnTo>
                    <a:pt x="1048" y="65"/>
                  </a:lnTo>
                  <a:lnTo>
                    <a:pt x="1048" y="73"/>
                  </a:lnTo>
                  <a:lnTo>
                    <a:pt x="1067" y="73"/>
                  </a:lnTo>
                  <a:lnTo>
                    <a:pt x="1081" y="70"/>
                  </a:lnTo>
                  <a:lnTo>
                    <a:pt x="1098" y="68"/>
                  </a:lnTo>
                  <a:lnTo>
                    <a:pt x="1119" y="68"/>
                  </a:lnTo>
                  <a:lnTo>
                    <a:pt x="1140" y="68"/>
                  </a:lnTo>
                  <a:lnTo>
                    <a:pt x="1156" y="68"/>
                  </a:lnTo>
                  <a:lnTo>
                    <a:pt x="1170" y="82"/>
                  </a:lnTo>
                  <a:lnTo>
                    <a:pt x="1187" y="92"/>
                  </a:lnTo>
                  <a:lnTo>
                    <a:pt x="1182" y="103"/>
                  </a:lnTo>
                  <a:lnTo>
                    <a:pt x="1172" y="110"/>
                  </a:lnTo>
                  <a:lnTo>
                    <a:pt x="1163" y="115"/>
                  </a:lnTo>
                  <a:lnTo>
                    <a:pt x="1151" y="119"/>
                  </a:lnTo>
                  <a:lnTo>
                    <a:pt x="1133" y="119"/>
                  </a:lnTo>
                  <a:lnTo>
                    <a:pt x="1117" y="124"/>
                  </a:lnTo>
                  <a:lnTo>
                    <a:pt x="1100" y="124"/>
                  </a:lnTo>
                  <a:lnTo>
                    <a:pt x="1081" y="122"/>
                  </a:lnTo>
                  <a:lnTo>
                    <a:pt x="1063" y="120"/>
                  </a:lnTo>
                  <a:lnTo>
                    <a:pt x="1046" y="120"/>
                  </a:lnTo>
                  <a:lnTo>
                    <a:pt x="1032" y="124"/>
                  </a:lnTo>
                  <a:lnTo>
                    <a:pt x="1021" y="134"/>
                  </a:lnTo>
                  <a:lnTo>
                    <a:pt x="1063" y="134"/>
                  </a:lnTo>
                  <a:lnTo>
                    <a:pt x="1076" y="131"/>
                  </a:lnTo>
                  <a:lnTo>
                    <a:pt x="1091" y="129"/>
                  </a:lnTo>
                  <a:lnTo>
                    <a:pt x="1109" y="131"/>
                  </a:lnTo>
                  <a:lnTo>
                    <a:pt x="1121" y="134"/>
                  </a:lnTo>
                  <a:lnTo>
                    <a:pt x="1124" y="147"/>
                  </a:lnTo>
                  <a:lnTo>
                    <a:pt x="1130" y="145"/>
                  </a:lnTo>
                  <a:lnTo>
                    <a:pt x="1138" y="140"/>
                  </a:lnTo>
                  <a:lnTo>
                    <a:pt x="1149" y="136"/>
                  </a:lnTo>
                  <a:lnTo>
                    <a:pt x="1159" y="134"/>
                  </a:lnTo>
                  <a:lnTo>
                    <a:pt x="1161" y="140"/>
                  </a:lnTo>
                  <a:lnTo>
                    <a:pt x="1163" y="143"/>
                  </a:lnTo>
                  <a:lnTo>
                    <a:pt x="1165" y="145"/>
                  </a:lnTo>
                  <a:lnTo>
                    <a:pt x="1168" y="147"/>
                  </a:lnTo>
                  <a:lnTo>
                    <a:pt x="1172" y="150"/>
                  </a:lnTo>
                  <a:lnTo>
                    <a:pt x="1156" y="180"/>
                  </a:lnTo>
                  <a:lnTo>
                    <a:pt x="1163" y="180"/>
                  </a:lnTo>
                  <a:lnTo>
                    <a:pt x="1175" y="173"/>
                  </a:lnTo>
                  <a:lnTo>
                    <a:pt x="1191" y="164"/>
                  </a:lnTo>
                  <a:lnTo>
                    <a:pt x="1210" y="157"/>
                  </a:lnTo>
                  <a:lnTo>
                    <a:pt x="1231" y="150"/>
                  </a:lnTo>
                  <a:lnTo>
                    <a:pt x="1254" y="145"/>
                  </a:lnTo>
                  <a:lnTo>
                    <a:pt x="1274" y="145"/>
                  </a:lnTo>
                  <a:lnTo>
                    <a:pt x="1294" y="147"/>
                  </a:lnTo>
                  <a:lnTo>
                    <a:pt x="1308" y="155"/>
                  </a:lnTo>
                  <a:lnTo>
                    <a:pt x="1316" y="169"/>
                  </a:lnTo>
                  <a:lnTo>
                    <a:pt x="1322" y="169"/>
                  </a:lnTo>
                  <a:lnTo>
                    <a:pt x="1322" y="171"/>
                  </a:lnTo>
                  <a:lnTo>
                    <a:pt x="1322" y="171"/>
                  </a:lnTo>
                  <a:lnTo>
                    <a:pt x="1320" y="173"/>
                  </a:lnTo>
                  <a:lnTo>
                    <a:pt x="1318" y="173"/>
                  </a:lnTo>
                  <a:lnTo>
                    <a:pt x="1318" y="173"/>
                  </a:lnTo>
                  <a:lnTo>
                    <a:pt x="1316" y="173"/>
                  </a:lnTo>
                  <a:lnTo>
                    <a:pt x="1313" y="176"/>
                  </a:lnTo>
                  <a:lnTo>
                    <a:pt x="1308" y="178"/>
                  </a:lnTo>
                  <a:lnTo>
                    <a:pt x="1302" y="180"/>
                  </a:lnTo>
                  <a:lnTo>
                    <a:pt x="1295" y="182"/>
                  </a:lnTo>
                  <a:lnTo>
                    <a:pt x="1290" y="183"/>
                  </a:lnTo>
                  <a:lnTo>
                    <a:pt x="1278" y="202"/>
                  </a:lnTo>
                  <a:lnTo>
                    <a:pt x="1255" y="216"/>
                  </a:lnTo>
                  <a:lnTo>
                    <a:pt x="1229" y="225"/>
                  </a:lnTo>
                  <a:lnTo>
                    <a:pt x="1198" y="230"/>
                  </a:lnTo>
                  <a:lnTo>
                    <a:pt x="1198" y="236"/>
                  </a:lnTo>
                  <a:lnTo>
                    <a:pt x="1198" y="239"/>
                  </a:lnTo>
                  <a:lnTo>
                    <a:pt x="1198" y="241"/>
                  </a:lnTo>
                  <a:lnTo>
                    <a:pt x="1196" y="243"/>
                  </a:lnTo>
                  <a:lnTo>
                    <a:pt x="1198" y="244"/>
                  </a:lnTo>
                  <a:lnTo>
                    <a:pt x="1198" y="246"/>
                  </a:lnTo>
                  <a:lnTo>
                    <a:pt x="1201" y="250"/>
                  </a:lnTo>
                  <a:lnTo>
                    <a:pt x="1206" y="253"/>
                  </a:lnTo>
                  <a:lnTo>
                    <a:pt x="1210" y="255"/>
                  </a:lnTo>
                  <a:lnTo>
                    <a:pt x="1213" y="258"/>
                  </a:lnTo>
                  <a:lnTo>
                    <a:pt x="1217" y="260"/>
                  </a:lnTo>
                  <a:lnTo>
                    <a:pt x="1220" y="265"/>
                  </a:lnTo>
                  <a:lnTo>
                    <a:pt x="1217" y="272"/>
                  </a:lnTo>
                  <a:lnTo>
                    <a:pt x="1213" y="288"/>
                  </a:lnTo>
                  <a:lnTo>
                    <a:pt x="1210" y="307"/>
                  </a:lnTo>
                  <a:lnTo>
                    <a:pt x="1206" y="326"/>
                  </a:lnTo>
                  <a:lnTo>
                    <a:pt x="1206" y="342"/>
                  </a:lnTo>
                  <a:lnTo>
                    <a:pt x="1210" y="340"/>
                  </a:lnTo>
                  <a:lnTo>
                    <a:pt x="1213" y="340"/>
                  </a:lnTo>
                  <a:lnTo>
                    <a:pt x="1215" y="340"/>
                  </a:lnTo>
                  <a:lnTo>
                    <a:pt x="1219" y="340"/>
                  </a:lnTo>
                  <a:lnTo>
                    <a:pt x="1220" y="340"/>
                  </a:lnTo>
                  <a:lnTo>
                    <a:pt x="1226" y="342"/>
                  </a:lnTo>
                  <a:lnTo>
                    <a:pt x="1224" y="347"/>
                  </a:lnTo>
                  <a:lnTo>
                    <a:pt x="1224" y="349"/>
                  </a:lnTo>
                  <a:lnTo>
                    <a:pt x="1224" y="353"/>
                  </a:lnTo>
                  <a:lnTo>
                    <a:pt x="1224" y="354"/>
                  </a:lnTo>
                  <a:lnTo>
                    <a:pt x="1224" y="358"/>
                  </a:lnTo>
                  <a:lnTo>
                    <a:pt x="1226" y="365"/>
                  </a:lnTo>
                  <a:lnTo>
                    <a:pt x="1220" y="365"/>
                  </a:lnTo>
                  <a:lnTo>
                    <a:pt x="1220" y="368"/>
                  </a:lnTo>
                  <a:lnTo>
                    <a:pt x="1217" y="367"/>
                  </a:lnTo>
                  <a:lnTo>
                    <a:pt x="1213" y="363"/>
                  </a:lnTo>
                  <a:lnTo>
                    <a:pt x="1212" y="361"/>
                  </a:lnTo>
                  <a:lnTo>
                    <a:pt x="1208" y="360"/>
                  </a:lnTo>
                  <a:lnTo>
                    <a:pt x="1205" y="358"/>
                  </a:lnTo>
                  <a:lnTo>
                    <a:pt x="1198" y="358"/>
                  </a:lnTo>
                  <a:lnTo>
                    <a:pt x="1194" y="360"/>
                  </a:lnTo>
                  <a:lnTo>
                    <a:pt x="1191" y="361"/>
                  </a:lnTo>
                  <a:lnTo>
                    <a:pt x="1187" y="363"/>
                  </a:lnTo>
                  <a:lnTo>
                    <a:pt x="1185" y="365"/>
                  </a:lnTo>
                  <a:lnTo>
                    <a:pt x="1182" y="367"/>
                  </a:lnTo>
                  <a:lnTo>
                    <a:pt x="1180" y="370"/>
                  </a:lnTo>
                  <a:lnTo>
                    <a:pt x="1178" y="377"/>
                  </a:lnTo>
                  <a:lnTo>
                    <a:pt x="1201" y="384"/>
                  </a:lnTo>
                  <a:lnTo>
                    <a:pt x="1206" y="415"/>
                  </a:lnTo>
                  <a:lnTo>
                    <a:pt x="1201" y="415"/>
                  </a:lnTo>
                  <a:lnTo>
                    <a:pt x="1198" y="415"/>
                  </a:lnTo>
                  <a:lnTo>
                    <a:pt x="1194" y="417"/>
                  </a:lnTo>
                  <a:lnTo>
                    <a:pt x="1191" y="419"/>
                  </a:lnTo>
                  <a:lnTo>
                    <a:pt x="1191" y="426"/>
                  </a:lnTo>
                  <a:lnTo>
                    <a:pt x="1199" y="431"/>
                  </a:lnTo>
                  <a:lnTo>
                    <a:pt x="1205" y="438"/>
                  </a:lnTo>
                  <a:lnTo>
                    <a:pt x="1208" y="447"/>
                  </a:lnTo>
                  <a:lnTo>
                    <a:pt x="1210" y="461"/>
                  </a:lnTo>
                  <a:lnTo>
                    <a:pt x="1201" y="461"/>
                  </a:lnTo>
                  <a:lnTo>
                    <a:pt x="1199" y="461"/>
                  </a:lnTo>
                  <a:lnTo>
                    <a:pt x="1194" y="459"/>
                  </a:lnTo>
                  <a:lnTo>
                    <a:pt x="1191" y="461"/>
                  </a:lnTo>
                  <a:lnTo>
                    <a:pt x="1185" y="461"/>
                  </a:lnTo>
                  <a:lnTo>
                    <a:pt x="1182" y="464"/>
                  </a:lnTo>
                  <a:lnTo>
                    <a:pt x="1178" y="468"/>
                  </a:lnTo>
                  <a:lnTo>
                    <a:pt x="1184" y="471"/>
                  </a:lnTo>
                  <a:lnTo>
                    <a:pt x="1187" y="473"/>
                  </a:lnTo>
                  <a:lnTo>
                    <a:pt x="1189" y="475"/>
                  </a:lnTo>
                  <a:lnTo>
                    <a:pt x="1191" y="476"/>
                  </a:lnTo>
                  <a:lnTo>
                    <a:pt x="1192" y="482"/>
                  </a:lnTo>
                  <a:lnTo>
                    <a:pt x="1194" y="487"/>
                  </a:lnTo>
                  <a:lnTo>
                    <a:pt x="1192" y="489"/>
                  </a:lnTo>
                  <a:lnTo>
                    <a:pt x="1192" y="490"/>
                  </a:lnTo>
                  <a:lnTo>
                    <a:pt x="1192" y="490"/>
                  </a:lnTo>
                  <a:lnTo>
                    <a:pt x="1191" y="492"/>
                  </a:lnTo>
                  <a:lnTo>
                    <a:pt x="1191" y="496"/>
                  </a:lnTo>
                  <a:lnTo>
                    <a:pt x="1177" y="496"/>
                  </a:lnTo>
                  <a:lnTo>
                    <a:pt x="1163" y="499"/>
                  </a:lnTo>
                  <a:lnTo>
                    <a:pt x="1152" y="503"/>
                  </a:lnTo>
                  <a:lnTo>
                    <a:pt x="1156" y="503"/>
                  </a:lnTo>
                  <a:lnTo>
                    <a:pt x="1161" y="506"/>
                  </a:lnTo>
                  <a:lnTo>
                    <a:pt x="1165" y="508"/>
                  </a:lnTo>
                  <a:lnTo>
                    <a:pt x="1168" y="508"/>
                  </a:lnTo>
                  <a:lnTo>
                    <a:pt x="1172" y="510"/>
                  </a:lnTo>
                  <a:lnTo>
                    <a:pt x="1175" y="513"/>
                  </a:lnTo>
                  <a:lnTo>
                    <a:pt x="1178" y="518"/>
                  </a:lnTo>
                  <a:lnTo>
                    <a:pt x="1172" y="527"/>
                  </a:lnTo>
                  <a:lnTo>
                    <a:pt x="1168" y="538"/>
                  </a:lnTo>
                  <a:lnTo>
                    <a:pt x="1163" y="550"/>
                  </a:lnTo>
                  <a:lnTo>
                    <a:pt x="1161" y="545"/>
                  </a:lnTo>
                  <a:lnTo>
                    <a:pt x="1158" y="541"/>
                  </a:lnTo>
                  <a:lnTo>
                    <a:pt x="1156" y="539"/>
                  </a:lnTo>
                  <a:lnTo>
                    <a:pt x="1152" y="539"/>
                  </a:lnTo>
                  <a:lnTo>
                    <a:pt x="1147" y="538"/>
                  </a:lnTo>
                  <a:lnTo>
                    <a:pt x="1140" y="538"/>
                  </a:lnTo>
                  <a:lnTo>
                    <a:pt x="1140" y="541"/>
                  </a:lnTo>
                  <a:lnTo>
                    <a:pt x="1144" y="541"/>
                  </a:lnTo>
                  <a:lnTo>
                    <a:pt x="1156" y="553"/>
                  </a:lnTo>
                  <a:lnTo>
                    <a:pt x="1166" y="567"/>
                  </a:lnTo>
                  <a:lnTo>
                    <a:pt x="1172" y="585"/>
                  </a:lnTo>
                  <a:lnTo>
                    <a:pt x="1175" y="606"/>
                  </a:lnTo>
                  <a:lnTo>
                    <a:pt x="1172" y="606"/>
                  </a:lnTo>
                  <a:lnTo>
                    <a:pt x="1172" y="611"/>
                  </a:lnTo>
                  <a:lnTo>
                    <a:pt x="1144" y="614"/>
                  </a:lnTo>
                  <a:lnTo>
                    <a:pt x="1144" y="595"/>
                  </a:lnTo>
                  <a:lnTo>
                    <a:pt x="1140" y="592"/>
                  </a:lnTo>
                  <a:lnTo>
                    <a:pt x="1137" y="590"/>
                  </a:lnTo>
                  <a:lnTo>
                    <a:pt x="1135" y="588"/>
                  </a:lnTo>
                  <a:lnTo>
                    <a:pt x="1130" y="585"/>
                  </a:lnTo>
                  <a:lnTo>
                    <a:pt x="1124" y="583"/>
                  </a:lnTo>
                  <a:lnTo>
                    <a:pt x="1116" y="588"/>
                  </a:lnTo>
                  <a:lnTo>
                    <a:pt x="1105" y="592"/>
                  </a:lnTo>
                  <a:lnTo>
                    <a:pt x="1093" y="593"/>
                  </a:lnTo>
                  <a:lnTo>
                    <a:pt x="1082" y="597"/>
                  </a:lnTo>
                  <a:lnTo>
                    <a:pt x="1076" y="602"/>
                  </a:lnTo>
                  <a:lnTo>
                    <a:pt x="1082" y="602"/>
                  </a:lnTo>
                  <a:lnTo>
                    <a:pt x="1091" y="602"/>
                  </a:lnTo>
                  <a:lnTo>
                    <a:pt x="1105" y="600"/>
                  </a:lnTo>
                  <a:lnTo>
                    <a:pt x="1121" y="599"/>
                  </a:lnTo>
                  <a:lnTo>
                    <a:pt x="1121" y="606"/>
                  </a:lnTo>
                  <a:lnTo>
                    <a:pt x="1086" y="618"/>
                  </a:lnTo>
                  <a:lnTo>
                    <a:pt x="1086" y="621"/>
                  </a:lnTo>
                  <a:lnTo>
                    <a:pt x="1095" y="621"/>
                  </a:lnTo>
                  <a:lnTo>
                    <a:pt x="1100" y="620"/>
                  </a:lnTo>
                  <a:lnTo>
                    <a:pt x="1107" y="618"/>
                  </a:lnTo>
                  <a:lnTo>
                    <a:pt x="1114" y="616"/>
                  </a:lnTo>
                  <a:lnTo>
                    <a:pt x="1121" y="614"/>
                  </a:lnTo>
                  <a:lnTo>
                    <a:pt x="1123" y="623"/>
                  </a:lnTo>
                  <a:lnTo>
                    <a:pt x="1130" y="627"/>
                  </a:lnTo>
                  <a:lnTo>
                    <a:pt x="1137" y="628"/>
                  </a:lnTo>
                  <a:lnTo>
                    <a:pt x="1149" y="627"/>
                  </a:lnTo>
                  <a:lnTo>
                    <a:pt x="1163" y="627"/>
                  </a:lnTo>
                  <a:lnTo>
                    <a:pt x="1163" y="630"/>
                  </a:lnTo>
                  <a:lnTo>
                    <a:pt x="1159" y="630"/>
                  </a:lnTo>
                  <a:lnTo>
                    <a:pt x="1140" y="648"/>
                  </a:lnTo>
                  <a:lnTo>
                    <a:pt x="1119" y="665"/>
                  </a:lnTo>
                  <a:lnTo>
                    <a:pt x="1098" y="679"/>
                  </a:lnTo>
                  <a:lnTo>
                    <a:pt x="1074" y="691"/>
                  </a:lnTo>
                  <a:lnTo>
                    <a:pt x="1048" y="696"/>
                  </a:lnTo>
                  <a:lnTo>
                    <a:pt x="1018" y="695"/>
                  </a:lnTo>
                  <a:lnTo>
                    <a:pt x="1018" y="700"/>
                  </a:lnTo>
                  <a:lnTo>
                    <a:pt x="1018" y="705"/>
                  </a:lnTo>
                  <a:lnTo>
                    <a:pt x="1016" y="709"/>
                  </a:lnTo>
                  <a:lnTo>
                    <a:pt x="1014" y="710"/>
                  </a:lnTo>
                  <a:lnTo>
                    <a:pt x="1013" y="710"/>
                  </a:lnTo>
                  <a:lnTo>
                    <a:pt x="1011" y="712"/>
                  </a:lnTo>
                  <a:lnTo>
                    <a:pt x="1007" y="714"/>
                  </a:lnTo>
                  <a:lnTo>
                    <a:pt x="1004" y="716"/>
                  </a:lnTo>
                  <a:lnTo>
                    <a:pt x="1002" y="717"/>
                  </a:lnTo>
                  <a:lnTo>
                    <a:pt x="999" y="721"/>
                  </a:lnTo>
                  <a:lnTo>
                    <a:pt x="995" y="731"/>
                  </a:lnTo>
                  <a:lnTo>
                    <a:pt x="993" y="744"/>
                  </a:lnTo>
                  <a:lnTo>
                    <a:pt x="990" y="752"/>
                  </a:lnTo>
                  <a:lnTo>
                    <a:pt x="981" y="761"/>
                  </a:lnTo>
                  <a:lnTo>
                    <a:pt x="966" y="771"/>
                  </a:lnTo>
                  <a:lnTo>
                    <a:pt x="946" y="780"/>
                  </a:lnTo>
                  <a:lnTo>
                    <a:pt x="929" y="787"/>
                  </a:lnTo>
                  <a:lnTo>
                    <a:pt x="913" y="791"/>
                  </a:lnTo>
                  <a:lnTo>
                    <a:pt x="913" y="787"/>
                  </a:lnTo>
                  <a:lnTo>
                    <a:pt x="913" y="784"/>
                  </a:lnTo>
                  <a:lnTo>
                    <a:pt x="911" y="784"/>
                  </a:lnTo>
                  <a:lnTo>
                    <a:pt x="911" y="782"/>
                  </a:lnTo>
                  <a:lnTo>
                    <a:pt x="910" y="780"/>
                  </a:lnTo>
                  <a:lnTo>
                    <a:pt x="908" y="794"/>
                  </a:lnTo>
                  <a:lnTo>
                    <a:pt x="903" y="806"/>
                  </a:lnTo>
                  <a:lnTo>
                    <a:pt x="899" y="817"/>
                  </a:lnTo>
                  <a:lnTo>
                    <a:pt x="894" y="827"/>
                  </a:lnTo>
                  <a:lnTo>
                    <a:pt x="890" y="841"/>
                  </a:lnTo>
                  <a:lnTo>
                    <a:pt x="894" y="843"/>
                  </a:lnTo>
                  <a:lnTo>
                    <a:pt x="894" y="845"/>
                  </a:lnTo>
                  <a:lnTo>
                    <a:pt x="896" y="845"/>
                  </a:lnTo>
                  <a:lnTo>
                    <a:pt x="896" y="845"/>
                  </a:lnTo>
                  <a:lnTo>
                    <a:pt x="896" y="847"/>
                  </a:lnTo>
                  <a:lnTo>
                    <a:pt x="894" y="848"/>
                  </a:lnTo>
                  <a:lnTo>
                    <a:pt x="890" y="852"/>
                  </a:lnTo>
                  <a:lnTo>
                    <a:pt x="887" y="854"/>
                  </a:lnTo>
                  <a:lnTo>
                    <a:pt x="884" y="857"/>
                  </a:lnTo>
                  <a:lnTo>
                    <a:pt x="880" y="859"/>
                  </a:lnTo>
                  <a:lnTo>
                    <a:pt x="878" y="862"/>
                  </a:lnTo>
                  <a:lnTo>
                    <a:pt x="875" y="867"/>
                  </a:lnTo>
                  <a:lnTo>
                    <a:pt x="868" y="887"/>
                  </a:lnTo>
                  <a:lnTo>
                    <a:pt x="863" y="908"/>
                  </a:lnTo>
                  <a:lnTo>
                    <a:pt x="861" y="932"/>
                  </a:lnTo>
                  <a:lnTo>
                    <a:pt x="857" y="955"/>
                  </a:lnTo>
                  <a:lnTo>
                    <a:pt x="852" y="976"/>
                  </a:lnTo>
                  <a:lnTo>
                    <a:pt x="849" y="974"/>
                  </a:lnTo>
                  <a:lnTo>
                    <a:pt x="849" y="974"/>
                  </a:lnTo>
                  <a:lnTo>
                    <a:pt x="847" y="974"/>
                  </a:lnTo>
                  <a:lnTo>
                    <a:pt x="847" y="972"/>
                  </a:lnTo>
                  <a:lnTo>
                    <a:pt x="845" y="972"/>
                  </a:lnTo>
                  <a:lnTo>
                    <a:pt x="840" y="969"/>
                  </a:lnTo>
                  <a:lnTo>
                    <a:pt x="831" y="962"/>
                  </a:lnTo>
                  <a:lnTo>
                    <a:pt x="817" y="953"/>
                  </a:lnTo>
                  <a:lnTo>
                    <a:pt x="801" y="944"/>
                  </a:lnTo>
                  <a:lnTo>
                    <a:pt x="786" y="934"/>
                  </a:lnTo>
                  <a:lnTo>
                    <a:pt x="774" y="925"/>
                  </a:lnTo>
                  <a:lnTo>
                    <a:pt x="763" y="920"/>
                  </a:lnTo>
                  <a:lnTo>
                    <a:pt x="760" y="918"/>
                  </a:lnTo>
                  <a:lnTo>
                    <a:pt x="756" y="880"/>
                  </a:lnTo>
                  <a:lnTo>
                    <a:pt x="754" y="876"/>
                  </a:lnTo>
                  <a:lnTo>
                    <a:pt x="749" y="873"/>
                  </a:lnTo>
                  <a:lnTo>
                    <a:pt x="746" y="871"/>
                  </a:lnTo>
                  <a:lnTo>
                    <a:pt x="740" y="867"/>
                  </a:lnTo>
                  <a:lnTo>
                    <a:pt x="737" y="864"/>
                  </a:lnTo>
                  <a:lnTo>
                    <a:pt x="740" y="862"/>
                  </a:lnTo>
                  <a:lnTo>
                    <a:pt x="740" y="860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4" y="855"/>
                  </a:lnTo>
                  <a:lnTo>
                    <a:pt x="746" y="852"/>
                  </a:lnTo>
                  <a:lnTo>
                    <a:pt x="737" y="852"/>
                  </a:lnTo>
                  <a:lnTo>
                    <a:pt x="732" y="852"/>
                  </a:lnTo>
                  <a:lnTo>
                    <a:pt x="728" y="852"/>
                  </a:lnTo>
                  <a:lnTo>
                    <a:pt x="726" y="850"/>
                  </a:lnTo>
                  <a:lnTo>
                    <a:pt x="725" y="847"/>
                  </a:lnTo>
                  <a:lnTo>
                    <a:pt x="721" y="841"/>
                  </a:lnTo>
                  <a:lnTo>
                    <a:pt x="719" y="838"/>
                  </a:lnTo>
                  <a:lnTo>
                    <a:pt x="719" y="834"/>
                  </a:lnTo>
                  <a:lnTo>
                    <a:pt x="719" y="833"/>
                  </a:lnTo>
                  <a:lnTo>
                    <a:pt x="719" y="829"/>
                  </a:lnTo>
                  <a:lnTo>
                    <a:pt x="721" y="826"/>
                  </a:lnTo>
                  <a:lnTo>
                    <a:pt x="721" y="822"/>
                  </a:lnTo>
                  <a:lnTo>
                    <a:pt x="711" y="822"/>
                  </a:lnTo>
                  <a:lnTo>
                    <a:pt x="711" y="817"/>
                  </a:lnTo>
                  <a:lnTo>
                    <a:pt x="712" y="812"/>
                  </a:lnTo>
                  <a:lnTo>
                    <a:pt x="714" y="810"/>
                  </a:lnTo>
                  <a:lnTo>
                    <a:pt x="714" y="806"/>
                  </a:lnTo>
                  <a:lnTo>
                    <a:pt x="716" y="803"/>
                  </a:lnTo>
                  <a:lnTo>
                    <a:pt x="718" y="798"/>
                  </a:lnTo>
                  <a:lnTo>
                    <a:pt x="712" y="798"/>
                  </a:lnTo>
                  <a:lnTo>
                    <a:pt x="707" y="798"/>
                  </a:lnTo>
                  <a:lnTo>
                    <a:pt x="704" y="796"/>
                  </a:lnTo>
                  <a:lnTo>
                    <a:pt x="698" y="794"/>
                  </a:lnTo>
                  <a:lnTo>
                    <a:pt x="697" y="768"/>
                  </a:lnTo>
                  <a:lnTo>
                    <a:pt x="695" y="744"/>
                  </a:lnTo>
                  <a:lnTo>
                    <a:pt x="695" y="721"/>
                  </a:lnTo>
                  <a:lnTo>
                    <a:pt x="702" y="698"/>
                  </a:lnTo>
                  <a:lnTo>
                    <a:pt x="709" y="688"/>
                  </a:lnTo>
                  <a:lnTo>
                    <a:pt x="718" y="681"/>
                  </a:lnTo>
                  <a:lnTo>
                    <a:pt x="725" y="675"/>
                  </a:lnTo>
                  <a:lnTo>
                    <a:pt x="730" y="667"/>
                  </a:lnTo>
                  <a:lnTo>
                    <a:pt x="735" y="656"/>
                  </a:lnTo>
                  <a:lnTo>
                    <a:pt x="737" y="637"/>
                  </a:lnTo>
                  <a:lnTo>
                    <a:pt x="733" y="637"/>
                  </a:lnTo>
                  <a:lnTo>
                    <a:pt x="730" y="641"/>
                  </a:lnTo>
                  <a:lnTo>
                    <a:pt x="726" y="642"/>
                  </a:lnTo>
                  <a:lnTo>
                    <a:pt x="725" y="642"/>
                  </a:lnTo>
                  <a:lnTo>
                    <a:pt x="721" y="642"/>
                  </a:lnTo>
                  <a:lnTo>
                    <a:pt x="718" y="641"/>
                  </a:lnTo>
                  <a:lnTo>
                    <a:pt x="704" y="637"/>
                  </a:lnTo>
                  <a:lnTo>
                    <a:pt x="693" y="630"/>
                  </a:lnTo>
                  <a:lnTo>
                    <a:pt x="686" y="620"/>
                  </a:lnTo>
                  <a:lnTo>
                    <a:pt x="683" y="602"/>
                  </a:lnTo>
                  <a:lnTo>
                    <a:pt x="688" y="602"/>
                  </a:lnTo>
                  <a:lnTo>
                    <a:pt x="688" y="599"/>
                  </a:lnTo>
                  <a:lnTo>
                    <a:pt x="697" y="604"/>
                  </a:lnTo>
                  <a:lnTo>
                    <a:pt x="707" y="611"/>
                  </a:lnTo>
                  <a:lnTo>
                    <a:pt x="716" y="614"/>
                  </a:lnTo>
                  <a:lnTo>
                    <a:pt x="726" y="614"/>
                  </a:lnTo>
                  <a:lnTo>
                    <a:pt x="726" y="613"/>
                  </a:lnTo>
                  <a:lnTo>
                    <a:pt x="728" y="611"/>
                  </a:lnTo>
                  <a:lnTo>
                    <a:pt x="728" y="611"/>
                  </a:lnTo>
                  <a:lnTo>
                    <a:pt x="728" y="609"/>
                  </a:lnTo>
                  <a:lnTo>
                    <a:pt x="730" y="606"/>
                  </a:lnTo>
                  <a:lnTo>
                    <a:pt x="711" y="592"/>
                  </a:lnTo>
                  <a:lnTo>
                    <a:pt x="695" y="572"/>
                  </a:lnTo>
                  <a:lnTo>
                    <a:pt x="690" y="574"/>
                  </a:lnTo>
                  <a:lnTo>
                    <a:pt x="686" y="576"/>
                  </a:lnTo>
                  <a:lnTo>
                    <a:pt x="681" y="578"/>
                  </a:lnTo>
                  <a:lnTo>
                    <a:pt x="676" y="579"/>
                  </a:lnTo>
                  <a:lnTo>
                    <a:pt x="672" y="576"/>
                  </a:lnTo>
                  <a:lnTo>
                    <a:pt x="671" y="574"/>
                  </a:lnTo>
                  <a:lnTo>
                    <a:pt x="669" y="571"/>
                  </a:lnTo>
                  <a:lnTo>
                    <a:pt x="667" y="569"/>
                  </a:lnTo>
                  <a:lnTo>
                    <a:pt x="664" y="564"/>
                  </a:lnTo>
                  <a:lnTo>
                    <a:pt x="674" y="553"/>
                  </a:lnTo>
                  <a:lnTo>
                    <a:pt x="676" y="538"/>
                  </a:lnTo>
                  <a:lnTo>
                    <a:pt x="674" y="518"/>
                  </a:lnTo>
                  <a:lnTo>
                    <a:pt x="669" y="497"/>
                  </a:lnTo>
                  <a:lnTo>
                    <a:pt x="660" y="475"/>
                  </a:lnTo>
                  <a:lnTo>
                    <a:pt x="650" y="454"/>
                  </a:lnTo>
                  <a:lnTo>
                    <a:pt x="637" y="435"/>
                  </a:lnTo>
                  <a:lnTo>
                    <a:pt x="627" y="417"/>
                  </a:lnTo>
                  <a:lnTo>
                    <a:pt x="618" y="403"/>
                  </a:lnTo>
                  <a:lnTo>
                    <a:pt x="597" y="389"/>
                  </a:lnTo>
                  <a:lnTo>
                    <a:pt x="573" y="384"/>
                  </a:lnTo>
                  <a:lnTo>
                    <a:pt x="548" y="384"/>
                  </a:lnTo>
                  <a:lnTo>
                    <a:pt x="520" y="384"/>
                  </a:lnTo>
                  <a:lnTo>
                    <a:pt x="493" y="386"/>
                  </a:lnTo>
                  <a:lnTo>
                    <a:pt x="465" y="384"/>
                  </a:lnTo>
                  <a:lnTo>
                    <a:pt x="465" y="379"/>
                  </a:lnTo>
                  <a:lnTo>
                    <a:pt x="465" y="375"/>
                  </a:lnTo>
                  <a:lnTo>
                    <a:pt x="466" y="374"/>
                  </a:lnTo>
                  <a:lnTo>
                    <a:pt x="466" y="372"/>
                  </a:lnTo>
                  <a:lnTo>
                    <a:pt x="466" y="370"/>
                  </a:lnTo>
                  <a:lnTo>
                    <a:pt x="465" y="368"/>
                  </a:lnTo>
                  <a:lnTo>
                    <a:pt x="454" y="363"/>
                  </a:lnTo>
                  <a:lnTo>
                    <a:pt x="444" y="360"/>
                  </a:lnTo>
                  <a:lnTo>
                    <a:pt x="433" y="353"/>
                  </a:lnTo>
                  <a:lnTo>
                    <a:pt x="442" y="353"/>
                  </a:lnTo>
                  <a:lnTo>
                    <a:pt x="452" y="349"/>
                  </a:lnTo>
                  <a:lnTo>
                    <a:pt x="466" y="346"/>
                  </a:lnTo>
                  <a:lnTo>
                    <a:pt x="482" y="344"/>
                  </a:lnTo>
                  <a:lnTo>
                    <a:pt x="494" y="340"/>
                  </a:lnTo>
                  <a:lnTo>
                    <a:pt x="503" y="333"/>
                  </a:lnTo>
                  <a:lnTo>
                    <a:pt x="461" y="333"/>
                  </a:lnTo>
                  <a:lnTo>
                    <a:pt x="451" y="330"/>
                  </a:lnTo>
                  <a:lnTo>
                    <a:pt x="442" y="330"/>
                  </a:lnTo>
                  <a:lnTo>
                    <a:pt x="431" y="328"/>
                  </a:lnTo>
                  <a:lnTo>
                    <a:pt x="423" y="326"/>
                  </a:lnTo>
                  <a:lnTo>
                    <a:pt x="414" y="323"/>
                  </a:lnTo>
                  <a:lnTo>
                    <a:pt x="409" y="314"/>
                  </a:lnTo>
                  <a:lnTo>
                    <a:pt x="407" y="300"/>
                  </a:lnTo>
                  <a:lnTo>
                    <a:pt x="428" y="297"/>
                  </a:lnTo>
                  <a:lnTo>
                    <a:pt x="447" y="290"/>
                  </a:lnTo>
                  <a:lnTo>
                    <a:pt x="463" y="283"/>
                  </a:lnTo>
                  <a:lnTo>
                    <a:pt x="480" y="276"/>
                  </a:lnTo>
                  <a:lnTo>
                    <a:pt x="515" y="276"/>
                  </a:lnTo>
                  <a:lnTo>
                    <a:pt x="529" y="230"/>
                  </a:lnTo>
                  <a:lnTo>
                    <a:pt x="496" y="230"/>
                  </a:lnTo>
                  <a:lnTo>
                    <a:pt x="487" y="218"/>
                  </a:lnTo>
                  <a:lnTo>
                    <a:pt x="498" y="211"/>
                  </a:lnTo>
                  <a:lnTo>
                    <a:pt x="506" y="204"/>
                  </a:lnTo>
                  <a:lnTo>
                    <a:pt x="517" y="199"/>
                  </a:lnTo>
                  <a:lnTo>
                    <a:pt x="529" y="195"/>
                  </a:lnTo>
                  <a:lnTo>
                    <a:pt x="529" y="183"/>
                  </a:lnTo>
                  <a:lnTo>
                    <a:pt x="543" y="176"/>
                  </a:lnTo>
                  <a:lnTo>
                    <a:pt x="550" y="168"/>
                  </a:lnTo>
                  <a:lnTo>
                    <a:pt x="557" y="157"/>
                  </a:lnTo>
                  <a:lnTo>
                    <a:pt x="568" y="150"/>
                  </a:lnTo>
                  <a:lnTo>
                    <a:pt x="580" y="145"/>
                  </a:lnTo>
                  <a:lnTo>
                    <a:pt x="590" y="145"/>
                  </a:lnTo>
                  <a:lnTo>
                    <a:pt x="599" y="148"/>
                  </a:lnTo>
                  <a:lnTo>
                    <a:pt x="611" y="147"/>
                  </a:lnTo>
                  <a:lnTo>
                    <a:pt x="602" y="143"/>
                  </a:lnTo>
                  <a:lnTo>
                    <a:pt x="597" y="141"/>
                  </a:lnTo>
                  <a:lnTo>
                    <a:pt x="592" y="140"/>
                  </a:lnTo>
                  <a:lnTo>
                    <a:pt x="587" y="134"/>
                  </a:lnTo>
                  <a:lnTo>
                    <a:pt x="604" y="131"/>
                  </a:lnTo>
                  <a:lnTo>
                    <a:pt x="620" y="126"/>
                  </a:lnTo>
                  <a:lnTo>
                    <a:pt x="634" y="122"/>
                  </a:lnTo>
                  <a:lnTo>
                    <a:pt x="650" y="119"/>
                  </a:lnTo>
                  <a:lnTo>
                    <a:pt x="651" y="126"/>
                  </a:lnTo>
                  <a:lnTo>
                    <a:pt x="653" y="129"/>
                  </a:lnTo>
                  <a:lnTo>
                    <a:pt x="655" y="134"/>
                  </a:lnTo>
                  <a:lnTo>
                    <a:pt x="657" y="138"/>
                  </a:lnTo>
                  <a:lnTo>
                    <a:pt x="662" y="140"/>
                  </a:lnTo>
                  <a:lnTo>
                    <a:pt x="669" y="141"/>
                  </a:lnTo>
                  <a:lnTo>
                    <a:pt x="669" y="136"/>
                  </a:lnTo>
                  <a:lnTo>
                    <a:pt x="672" y="131"/>
                  </a:lnTo>
                  <a:lnTo>
                    <a:pt x="674" y="124"/>
                  </a:lnTo>
                  <a:lnTo>
                    <a:pt x="676" y="119"/>
                  </a:lnTo>
                  <a:lnTo>
                    <a:pt x="679" y="124"/>
                  </a:lnTo>
                  <a:lnTo>
                    <a:pt x="685" y="129"/>
                  </a:lnTo>
                  <a:lnTo>
                    <a:pt x="688" y="133"/>
                  </a:lnTo>
                  <a:lnTo>
                    <a:pt x="695" y="136"/>
                  </a:lnTo>
                  <a:lnTo>
                    <a:pt x="702" y="138"/>
                  </a:lnTo>
                  <a:lnTo>
                    <a:pt x="698" y="115"/>
                  </a:lnTo>
                  <a:lnTo>
                    <a:pt x="711" y="112"/>
                  </a:lnTo>
                  <a:lnTo>
                    <a:pt x="721" y="108"/>
                  </a:lnTo>
                  <a:lnTo>
                    <a:pt x="737" y="112"/>
                  </a:lnTo>
                  <a:lnTo>
                    <a:pt x="754" y="119"/>
                  </a:lnTo>
                  <a:lnTo>
                    <a:pt x="772" y="129"/>
                  </a:lnTo>
                  <a:lnTo>
                    <a:pt x="791" y="138"/>
                  </a:lnTo>
                  <a:lnTo>
                    <a:pt x="807" y="145"/>
                  </a:lnTo>
                  <a:lnTo>
                    <a:pt x="822" y="150"/>
                  </a:lnTo>
                  <a:lnTo>
                    <a:pt x="822" y="147"/>
                  </a:lnTo>
                  <a:lnTo>
                    <a:pt x="812" y="138"/>
                  </a:lnTo>
                  <a:lnTo>
                    <a:pt x="805" y="131"/>
                  </a:lnTo>
                  <a:lnTo>
                    <a:pt x="801" y="122"/>
                  </a:lnTo>
                  <a:lnTo>
                    <a:pt x="807" y="112"/>
                  </a:lnTo>
                  <a:lnTo>
                    <a:pt x="803" y="108"/>
                  </a:lnTo>
                  <a:lnTo>
                    <a:pt x="798" y="103"/>
                  </a:lnTo>
                  <a:lnTo>
                    <a:pt x="793" y="99"/>
                  </a:lnTo>
                  <a:lnTo>
                    <a:pt x="788" y="96"/>
                  </a:lnTo>
                  <a:lnTo>
                    <a:pt x="784" y="92"/>
                  </a:lnTo>
                  <a:lnTo>
                    <a:pt x="788" y="84"/>
                  </a:lnTo>
                  <a:lnTo>
                    <a:pt x="798" y="87"/>
                  </a:lnTo>
                  <a:lnTo>
                    <a:pt x="812" y="89"/>
                  </a:lnTo>
                  <a:lnTo>
                    <a:pt x="824" y="87"/>
                  </a:lnTo>
                  <a:lnTo>
                    <a:pt x="833" y="80"/>
                  </a:lnTo>
                  <a:lnTo>
                    <a:pt x="791" y="80"/>
                  </a:lnTo>
                  <a:lnTo>
                    <a:pt x="791" y="77"/>
                  </a:lnTo>
                  <a:lnTo>
                    <a:pt x="788" y="77"/>
                  </a:lnTo>
                  <a:lnTo>
                    <a:pt x="788" y="73"/>
                  </a:lnTo>
                  <a:lnTo>
                    <a:pt x="793" y="70"/>
                  </a:lnTo>
                  <a:lnTo>
                    <a:pt x="798" y="66"/>
                  </a:lnTo>
                  <a:lnTo>
                    <a:pt x="803" y="63"/>
                  </a:lnTo>
                  <a:lnTo>
                    <a:pt x="808" y="59"/>
                  </a:lnTo>
                  <a:lnTo>
                    <a:pt x="814" y="58"/>
                  </a:lnTo>
                  <a:lnTo>
                    <a:pt x="836" y="61"/>
                  </a:lnTo>
                  <a:lnTo>
                    <a:pt x="842" y="45"/>
                  </a:lnTo>
                  <a:lnTo>
                    <a:pt x="868" y="49"/>
                  </a:lnTo>
                  <a:lnTo>
                    <a:pt x="870" y="49"/>
                  </a:lnTo>
                  <a:lnTo>
                    <a:pt x="871" y="45"/>
                  </a:lnTo>
                  <a:lnTo>
                    <a:pt x="873" y="44"/>
                  </a:lnTo>
                  <a:lnTo>
                    <a:pt x="875" y="40"/>
                  </a:lnTo>
                  <a:lnTo>
                    <a:pt x="880" y="38"/>
                  </a:lnTo>
                  <a:lnTo>
                    <a:pt x="884" y="44"/>
                  </a:lnTo>
                  <a:lnTo>
                    <a:pt x="889" y="49"/>
                  </a:lnTo>
                  <a:lnTo>
                    <a:pt x="894" y="54"/>
                  </a:lnTo>
                  <a:lnTo>
                    <a:pt x="894" y="45"/>
                  </a:lnTo>
                  <a:lnTo>
                    <a:pt x="896" y="44"/>
                  </a:lnTo>
                  <a:lnTo>
                    <a:pt x="896" y="42"/>
                  </a:lnTo>
                  <a:lnTo>
                    <a:pt x="896" y="40"/>
                  </a:lnTo>
                  <a:lnTo>
                    <a:pt x="896" y="38"/>
                  </a:lnTo>
                  <a:lnTo>
                    <a:pt x="897" y="35"/>
                  </a:lnTo>
                  <a:lnTo>
                    <a:pt x="899" y="33"/>
                  </a:lnTo>
                  <a:lnTo>
                    <a:pt x="903" y="31"/>
                  </a:lnTo>
                  <a:lnTo>
                    <a:pt x="920" y="23"/>
                  </a:lnTo>
                  <a:lnTo>
                    <a:pt x="943" y="19"/>
                  </a:lnTo>
                  <a:close/>
                  <a:moveTo>
                    <a:pt x="2205" y="16"/>
                  </a:moveTo>
                  <a:lnTo>
                    <a:pt x="2215" y="19"/>
                  </a:lnTo>
                  <a:lnTo>
                    <a:pt x="2215" y="26"/>
                  </a:lnTo>
                  <a:lnTo>
                    <a:pt x="2200" y="26"/>
                  </a:lnTo>
                  <a:lnTo>
                    <a:pt x="2205" y="16"/>
                  </a:lnTo>
                  <a:close/>
                  <a:moveTo>
                    <a:pt x="2676" y="0"/>
                  </a:moveTo>
                  <a:lnTo>
                    <a:pt x="2681" y="3"/>
                  </a:lnTo>
                  <a:lnTo>
                    <a:pt x="2685" y="7"/>
                  </a:lnTo>
                  <a:lnTo>
                    <a:pt x="2687" y="10"/>
                  </a:lnTo>
                  <a:lnTo>
                    <a:pt x="2688" y="16"/>
                  </a:lnTo>
                  <a:lnTo>
                    <a:pt x="2690" y="19"/>
                  </a:lnTo>
                  <a:lnTo>
                    <a:pt x="2692" y="24"/>
                  </a:lnTo>
                  <a:lnTo>
                    <a:pt x="2695" y="26"/>
                  </a:lnTo>
                  <a:lnTo>
                    <a:pt x="2706" y="31"/>
                  </a:lnTo>
                  <a:lnTo>
                    <a:pt x="2716" y="33"/>
                  </a:lnTo>
                  <a:lnTo>
                    <a:pt x="2723" y="33"/>
                  </a:lnTo>
                  <a:lnTo>
                    <a:pt x="2728" y="37"/>
                  </a:lnTo>
                  <a:lnTo>
                    <a:pt x="2732" y="44"/>
                  </a:lnTo>
                  <a:lnTo>
                    <a:pt x="2734" y="58"/>
                  </a:lnTo>
                  <a:lnTo>
                    <a:pt x="2732" y="59"/>
                  </a:lnTo>
                  <a:lnTo>
                    <a:pt x="2732" y="59"/>
                  </a:lnTo>
                  <a:lnTo>
                    <a:pt x="2732" y="61"/>
                  </a:lnTo>
                  <a:lnTo>
                    <a:pt x="2732" y="63"/>
                  </a:lnTo>
                  <a:lnTo>
                    <a:pt x="2730" y="65"/>
                  </a:lnTo>
                  <a:lnTo>
                    <a:pt x="2708" y="65"/>
                  </a:lnTo>
                  <a:lnTo>
                    <a:pt x="2685" y="65"/>
                  </a:lnTo>
                  <a:lnTo>
                    <a:pt x="2666" y="73"/>
                  </a:lnTo>
                  <a:lnTo>
                    <a:pt x="2662" y="75"/>
                  </a:lnTo>
                  <a:lnTo>
                    <a:pt x="2660" y="79"/>
                  </a:lnTo>
                  <a:lnTo>
                    <a:pt x="2659" y="80"/>
                  </a:lnTo>
                  <a:lnTo>
                    <a:pt x="2657" y="82"/>
                  </a:lnTo>
                  <a:lnTo>
                    <a:pt x="2655" y="84"/>
                  </a:lnTo>
                  <a:lnTo>
                    <a:pt x="2652" y="86"/>
                  </a:lnTo>
                  <a:lnTo>
                    <a:pt x="2646" y="89"/>
                  </a:lnTo>
                  <a:lnTo>
                    <a:pt x="2643" y="84"/>
                  </a:lnTo>
                  <a:lnTo>
                    <a:pt x="2641" y="80"/>
                  </a:lnTo>
                  <a:lnTo>
                    <a:pt x="2638" y="77"/>
                  </a:lnTo>
                  <a:lnTo>
                    <a:pt x="2650" y="47"/>
                  </a:lnTo>
                  <a:lnTo>
                    <a:pt x="2662" y="23"/>
                  </a:lnTo>
                  <a:lnTo>
                    <a:pt x="2676" y="0"/>
                  </a:lnTo>
                  <a:close/>
                  <a:moveTo>
                    <a:pt x="2554" y="0"/>
                  </a:moveTo>
                  <a:lnTo>
                    <a:pt x="2563" y="9"/>
                  </a:lnTo>
                  <a:lnTo>
                    <a:pt x="2568" y="19"/>
                  </a:lnTo>
                  <a:lnTo>
                    <a:pt x="2573" y="31"/>
                  </a:lnTo>
                  <a:lnTo>
                    <a:pt x="2564" y="31"/>
                  </a:lnTo>
                  <a:lnTo>
                    <a:pt x="2564" y="26"/>
                  </a:lnTo>
                  <a:lnTo>
                    <a:pt x="2561" y="23"/>
                  </a:lnTo>
                  <a:lnTo>
                    <a:pt x="2557" y="19"/>
                  </a:lnTo>
                  <a:lnTo>
                    <a:pt x="2556" y="14"/>
                  </a:lnTo>
                  <a:lnTo>
                    <a:pt x="2554" y="9"/>
                  </a:lnTo>
                  <a:lnTo>
                    <a:pt x="2554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69874" y="4818753"/>
            <a:ext cx="8207474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Rounded Rectangle 27"/>
          <p:cNvSpPr/>
          <p:nvPr/>
        </p:nvSpPr>
        <p:spPr>
          <a:xfrm>
            <a:off x="4422095" y="4563960"/>
            <a:ext cx="299807" cy="23029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466651" y="1106967"/>
            <a:ext cx="8353821" cy="37364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  <a:defRPr/>
            </a:pPr>
            <a:r>
              <a:rPr lang="en-US" sz="1600" dirty="0"/>
              <a:t>I am having an Experience of more </a:t>
            </a:r>
            <a:r>
              <a:rPr lang="en-US" sz="1600"/>
              <a:t>than  </a:t>
            </a:r>
            <a:r>
              <a:rPr lang="en-US" sz="1600" smtClean="0"/>
              <a:t>11+ </a:t>
            </a:r>
            <a:r>
              <a:rPr lang="en-US" sz="1600" dirty="0"/>
              <a:t>Years working in </a:t>
            </a:r>
            <a:r>
              <a:rPr lang="en-US" sz="1600" b="1" dirty="0"/>
              <a:t>Software Development</a:t>
            </a:r>
            <a:r>
              <a:rPr lang="en-US" sz="1600" dirty="0"/>
              <a:t> field and have a great command in </a:t>
            </a:r>
            <a:r>
              <a:rPr lang="en-US" sz="1600" b="1" dirty="0"/>
              <a:t>Programming  Concepts &amp; Database Administration</a:t>
            </a:r>
            <a:r>
              <a:rPr lang="en-US" sz="1600" dirty="0"/>
              <a:t>.</a:t>
            </a:r>
          </a:p>
          <a:p>
            <a:pPr marL="0" indent="0">
              <a:buNone/>
              <a:defRPr/>
            </a:pPr>
            <a:endParaRPr lang="en-US" sz="1600" dirty="0"/>
          </a:p>
          <a:p>
            <a:pPr marL="0" indent="0">
              <a:buNone/>
              <a:defRPr/>
            </a:pPr>
            <a:r>
              <a:rPr lang="en-US" sz="1600" dirty="0"/>
              <a:t>Worked on multiple projects for prestigious clients of national repute like:</a:t>
            </a:r>
          </a:p>
          <a:p>
            <a:pPr marL="0" indent="0">
              <a:buNone/>
              <a:defRPr/>
            </a:pPr>
            <a:endParaRPr lang="en-US" sz="1600" dirty="0"/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  <a:defRPr/>
            </a:pPr>
            <a:r>
              <a:rPr lang="en-IN" sz="1600" b="1" dirty="0"/>
              <a:t>URISE – PMU Head  </a:t>
            </a:r>
            <a:r>
              <a:rPr lang="en-IN" sz="1600" dirty="0"/>
              <a:t>(A Prestigious Project of Board of Technical Education Gov. of Uttar Pradesh)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  <a:defRPr/>
            </a:pPr>
            <a:r>
              <a:rPr lang="en-IN" sz="1600" b="1" dirty="0"/>
              <a:t>Lalit Narayan Mithila University</a:t>
            </a:r>
            <a:r>
              <a:rPr lang="en-IN" sz="1600" dirty="0"/>
              <a:t>, Darbhanga, Bihar – College Automation System.</a:t>
            </a:r>
            <a:endParaRPr lang="en-US" sz="1600" dirty="0"/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  <a:defRPr/>
            </a:pPr>
            <a:r>
              <a:rPr lang="en-US" sz="1600" dirty="0"/>
              <a:t>Green Gas Limited (GGL) – A Joint Collaboration of GAIL &amp; IOCL 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  <a:defRPr/>
            </a:pPr>
            <a:r>
              <a:rPr lang="en-IN" sz="1600" dirty="0" err="1"/>
              <a:t>Medicounsel</a:t>
            </a:r>
            <a:r>
              <a:rPr lang="en-IN" sz="1600" dirty="0"/>
              <a:t> – USA </a:t>
            </a:r>
            <a:endParaRPr lang="en-US" sz="1600" dirty="0"/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  <a:defRPr/>
            </a:pPr>
            <a:r>
              <a:rPr lang="en-US" sz="1600" dirty="0"/>
              <a:t>Karam Industries (P N International) – Safety Equipment Manufacturers </a:t>
            </a:r>
          </a:p>
          <a:p>
            <a:pPr marL="514350" indent="-514350">
              <a:lnSpc>
                <a:spcPct val="120000"/>
              </a:lnSpc>
              <a:buFont typeface="+mj-lt"/>
              <a:buAutoNum type="romanUcPeriod"/>
              <a:defRPr/>
            </a:pPr>
            <a:r>
              <a:rPr lang="en-US" sz="1600" dirty="0"/>
              <a:t>Sanjay Gandhi Post Graduate Institute, Lucknow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43878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57172"/>
            <a:ext cx="9144000" cy="576064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EXPERTISE SKILLS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2844" y="1357304"/>
            <a:ext cx="8858312" cy="3643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 descr="java_logo.png"/>
          <p:cNvPicPr>
            <a:picLocks noChangeAspect="1"/>
          </p:cNvPicPr>
          <p:nvPr/>
        </p:nvPicPr>
        <p:blipFill rotWithShape="1">
          <a:blip r:embed="rId2"/>
          <a:srcRect l="18709" t="4829" r="15487" b="3193"/>
          <a:stretch/>
        </p:blipFill>
        <p:spPr>
          <a:xfrm>
            <a:off x="2710052" y="1636682"/>
            <a:ext cx="1285884" cy="1317009"/>
          </a:xfrm>
          <a:prstGeom prst="rect">
            <a:avLst/>
          </a:prstGeom>
        </p:spPr>
      </p:pic>
      <p:pic>
        <p:nvPicPr>
          <p:cNvPr id="41" name="Picture 40" descr="oracle.png"/>
          <p:cNvPicPr>
            <a:picLocks noChangeAspect="1"/>
          </p:cNvPicPr>
          <p:nvPr/>
        </p:nvPicPr>
        <p:blipFill rotWithShape="1">
          <a:blip r:embed="rId3"/>
          <a:srcRect t="22032" b="17399"/>
          <a:stretch/>
        </p:blipFill>
        <p:spPr>
          <a:xfrm>
            <a:off x="4572000" y="1857370"/>
            <a:ext cx="1774848" cy="805218"/>
          </a:xfrm>
          <a:prstGeom prst="rect">
            <a:avLst/>
          </a:prstGeom>
        </p:spPr>
      </p:pic>
      <p:pic>
        <p:nvPicPr>
          <p:cNvPr id="43" name="Picture 42" descr="python.jpg"/>
          <p:cNvPicPr>
            <a:picLocks noChangeAspect="1"/>
          </p:cNvPicPr>
          <p:nvPr/>
        </p:nvPicPr>
        <p:blipFill rotWithShape="1">
          <a:blip r:embed="rId4"/>
          <a:srcRect t="1" b="30251"/>
          <a:stretch/>
        </p:blipFill>
        <p:spPr>
          <a:xfrm>
            <a:off x="675318" y="1707377"/>
            <a:ext cx="1736442" cy="1347603"/>
          </a:xfrm>
          <a:prstGeom prst="rect">
            <a:avLst/>
          </a:prstGeom>
        </p:spPr>
      </p:pic>
      <p:pic>
        <p:nvPicPr>
          <p:cNvPr id="44" name="Picture 43" descr="ml.png"/>
          <p:cNvPicPr>
            <a:picLocks noChangeAspect="1"/>
          </p:cNvPicPr>
          <p:nvPr/>
        </p:nvPicPr>
        <p:blipFill rotWithShape="1">
          <a:blip r:embed="rId5"/>
          <a:srcRect l="37705" t="48189"/>
          <a:stretch/>
        </p:blipFill>
        <p:spPr>
          <a:xfrm>
            <a:off x="7020272" y="1851670"/>
            <a:ext cx="1656184" cy="805218"/>
          </a:xfrm>
          <a:prstGeom prst="rect">
            <a:avLst/>
          </a:prstGeom>
        </p:spPr>
      </p:pic>
      <p:pic>
        <p:nvPicPr>
          <p:cNvPr id="46" name="Picture 45" descr="django.png"/>
          <p:cNvPicPr>
            <a:picLocks noChangeAspect="1"/>
          </p:cNvPicPr>
          <p:nvPr/>
        </p:nvPicPr>
        <p:blipFill rotWithShape="1">
          <a:blip r:embed="rId6"/>
          <a:srcRect t="12560" b="15063"/>
          <a:stretch/>
        </p:blipFill>
        <p:spPr>
          <a:xfrm>
            <a:off x="2689554" y="3413329"/>
            <a:ext cx="2071702" cy="9345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9CE53D-CCCB-40C3-8235-0D268FA6F0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90" y="3413329"/>
            <a:ext cx="1736442" cy="896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DA02FE-1693-43AF-B5B2-E00D4D9DE4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642" y="3273303"/>
            <a:ext cx="1314671" cy="13146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8907FA-0924-4F38-ADB8-6A58D8E1F44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778" y="3252196"/>
            <a:ext cx="1258345" cy="12583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A22B0FB-ECD4-4851-91E9-60F04327B72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696" y="3332190"/>
            <a:ext cx="1039760" cy="103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9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739E5E-A6E9-46A5-830E-F43A94353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79" y="123478"/>
            <a:ext cx="8900917" cy="48965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C1043E-65CE-429C-8888-B0B3C0FEC870}"/>
              </a:ext>
            </a:extLst>
          </p:cNvPr>
          <p:cNvSpPr/>
          <p:nvPr/>
        </p:nvSpPr>
        <p:spPr>
          <a:xfrm>
            <a:off x="300619" y="4160452"/>
            <a:ext cx="8570835" cy="855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Glimpse of Inauguration of </a:t>
            </a:r>
            <a:r>
              <a:rPr lang="en-I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URISE</a:t>
            </a:r>
            <a:r>
              <a:rPr lang="en-IN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Project</a:t>
            </a:r>
            <a:br>
              <a:rPr lang="en-IN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CMO, Lucknow by</a:t>
            </a:r>
          </a:p>
          <a:p>
            <a:pPr algn="ctr"/>
            <a:r>
              <a:rPr lang="en-IN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Hon’ble Chief Minister </a:t>
            </a:r>
            <a:r>
              <a:rPr lang="en-I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Shree Yogi Adityanath</a:t>
            </a:r>
            <a:endParaRPr lang="en-U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101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hackathon.png">
            <a:extLst>
              <a:ext uri="{FF2B5EF4-FFF2-40B4-BE49-F238E27FC236}">
                <a16:creationId xmlns:a16="http://schemas.microsoft.com/office/drawing/2014/main" id="{E91129AC-D808-4216-8358-57314B3B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3" y="147069"/>
            <a:ext cx="8208912" cy="48493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C1043E-65CE-429C-8888-B0B3C0FEC870}"/>
              </a:ext>
            </a:extLst>
          </p:cNvPr>
          <p:cNvSpPr/>
          <p:nvPr/>
        </p:nvSpPr>
        <p:spPr>
          <a:xfrm>
            <a:off x="467543" y="4587974"/>
            <a:ext cx="820891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Recent Achievement's</a:t>
            </a:r>
          </a:p>
        </p:txBody>
      </p:sp>
    </p:spTree>
    <p:extLst>
      <p:ext uri="{BB962C8B-B14F-4D97-AF65-F5344CB8AC3E}">
        <p14:creationId xmlns:p14="http://schemas.microsoft.com/office/powerpoint/2010/main" val="1327620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85786" y="1857370"/>
            <a:ext cx="7610589" cy="83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Rounded Rectangle 27"/>
          <p:cNvSpPr/>
          <p:nvPr/>
        </p:nvSpPr>
        <p:spPr>
          <a:xfrm>
            <a:off x="4429124" y="1428742"/>
            <a:ext cx="299807" cy="23029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TextBox 7"/>
          <p:cNvSpPr txBox="1"/>
          <p:nvPr/>
        </p:nvSpPr>
        <p:spPr>
          <a:xfrm>
            <a:off x="932305" y="2522336"/>
            <a:ext cx="7528127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ACHIEVEMENTS</a:t>
            </a:r>
          </a:p>
          <a:p>
            <a:pPr algn="ctr"/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A </a:t>
            </a:r>
          </a:p>
          <a:p>
            <a:pPr algn="ctr"/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TECHNOCRAT</a:t>
            </a:r>
          </a:p>
        </p:txBody>
      </p:sp>
    </p:spTree>
    <p:extLst>
      <p:ext uri="{BB962C8B-B14F-4D97-AF65-F5344CB8AC3E}">
        <p14:creationId xmlns:p14="http://schemas.microsoft.com/office/powerpoint/2010/main" val="15117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85786" y="1857370"/>
            <a:ext cx="7610589" cy="83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Rounded Rectangle 27"/>
          <p:cNvSpPr/>
          <p:nvPr/>
        </p:nvSpPr>
        <p:spPr>
          <a:xfrm>
            <a:off x="4429124" y="1428742"/>
            <a:ext cx="299807" cy="23029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737356" y="1659035"/>
            <a:ext cx="7528127" cy="32316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9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1000</a:t>
            </a:r>
          </a:p>
          <a:p>
            <a:pPr algn="ctr"/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</a:t>
            </a:r>
          </a:p>
          <a:p>
            <a:pPr algn="ctr"/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WORKSHOPS </a:t>
            </a:r>
          </a:p>
          <a:p>
            <a:pPr algn="ctr"/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CONDUCTED TILL DATE</a:t>
            </a:r>
          </a:p>
        </p:txBody>
      </p:sp>
    </p:spTree>
    <p:extLst>
      <p:ext uri="{BB962C8B-B14F-4D97-AF65-F5344CB8AC3E}">
        <p14:creationId xmlns:p14="http://schemas.microsoft.com/office/powerpoint/2010/main" val="15117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85786" y="1857370"/>
            <a:ext cx="7610589" cy="83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" name="Rounded Rectangle 27"/>
          <p:cNvSpPr/>
          <p:nvPr/>
        </p:nvSpPr>
        <p:spPr>
          <a:xfrm>
            <a:off x="4429124" y="1428742"/>
            <a:ext cx="299807" cy="23029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30087" y="2056999"/>
            <a:ext cx="7528127" cy="280076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alibri" pitchFamily="34" charset="0"/>
              </a:rPr>
              <a:t>Trained more than 01 Lac</a:t>
            </a:r>
          </a:p>
          <a:p>
            <a:pPr algn="ctr"/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alibri" pitchFamily="34" charset="0"/>
              </a:rPr>
              <a:t>Diploma and  </a:t>
            </a:r>
          </a:p>
          <a:p>
            <a:pPr algn="ctr"/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alibri" pitchFamily="34" charset="0"/>
              </a:rPr>
              <a:t>Engineering </a:t>
            </a:r>
          </a:p>
          <a:p>
            <a:pPr algn="ctr"/>
            <a:r>
              <a:rPr lang="en-US" sz="44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alibri" pitchFamily="34" charset="0"/>
              </a:rPr>
              <a:t>Graduates</a:t>
            </a:r>
          </a:p>
        </p:txBody>
      </p:sp>
    </p:spTree>
    <p:extLst>
      <p:ext uri="{BB962C8B-B14F-4D97-AF65-F5344CB8AC3E}">
        <p14:creationId xmlns:p14="http://schemas.microsoft.com/office/powerpoint/2010/main" val="2572583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b1.jp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l="1477" r="1477"/>
          <a:stretch>
            <a:fillRect/>
          </a:stretch>
        </p:blipFill>
        <p:spPr/>
      </p:pic>
      <p:sp>
        <p:nvSpPr>
          <p:cNvPr id="9" name="Rectangle 8"/>
          <p:cNvSpPr/>
          <p:nvPr/>
        </p:nvSpPr>
        <p:spPr>
          <a:xfrm>
            <a:off x="0" y="3291830"/>
            <a:ext cx="9144000" cy="1368152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0" y="3291830"/>
            <a:ext cx="9144000" cy="1368152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Block Arc 14"/>
          <p:cNvSpPr/>
          <p:nvPr/>
        </p:nvSpPr>
        <p:spPr>
          <a:xfrm rot="16200000">
            <a:off x="643101" y="3714569"/>
            <a:ext cx="576064" cy="576443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 Placeholder 13"/>
          <p:cNvSpPr txBox="1">
            <a:spLocks/>
          </p:cNvSpPr>
          <p:nvPr/>
        </p:nvSpPr>
        <p:spPr>
          <a:xfrm>
            <a:off x="1571604" y="3653811"/>
            <a:ext cx="6929518" cy="63245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altLang="ko-K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Industry Academia Interaction Program </a:t>
            </a:r>
          </a:p>
          <a:p>
            <a:pPr marL="0" indent="0" algn="ctr">
              <a:buNone/>
            </a:pP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Workshop at GALGOTIAS</a:t>
            </a:r>
            <a:endParaRPr lang="en-US" altLang="ko-KR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847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b1.jpg"/>
          <p:cNvPicPr>
            <a:picLocks noGrp="1" noChangeAspect="1"/>
          </p:cNvPicPr>
          <p:nvPr>
            <p:ph type="pic" idx="12"/>
          </p:nvPr>
        </p:nvPicPr>
        <p:blipFill>
          <a:blip r:embed="rId2"/>
          <a:srcRect t="34350"/>
          <a:stretch>
            <a:fillRect/>
          </a:stretch>
        </p:blipFill>
        <p:spPr>
          <a:xfrm>
            <a:off x="0" y="357172"/>
            <a:ext cx="9144000" cy="4286280"/>
          </a:xfrm>
        </p:spPr>
      </p:pic>
      <p:sp>
        <p:nvSpPr>
          <p:cNvPr id="9" name="Rectangle 8"/>
          <p:cNvSpPr/>
          <p:nvPr/>
        </p:nvSpPr>
        <p:spPr>
          <a:xfrm>
            <a:off x="0" y="3291830"/>
            <a:ext cx="9144000" cy="1368152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0" y="3291830"/>
            <a:ext cx="9144000" cy="1368152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Block Arc 14"/>
          <p:cNvSpPr/>
          <p:nvPr/>
        </p:nvSpPr>
        <p:spPr>
          <a:xfrm rot="16200000">
            <a:off x="643101" y="3714569"/>
            <a:ext cx="576064" cy="576443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 Placeholder 13"/>
          <p:cNvSpPr txBox="1">
            <a:spLocks/>
          </p:cNvSpPr>
          <p:nvPr/>
        </p:nvSpPr>
        <p:spPr>
          <a:xfrm>
            <a:off x="1571604" y="3653811"/>
            <a:ext cx="6929518" cy="846765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altLang="ko-K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Industry Academia Interaction Program </a:t>
            </a:r>
          </a:p>
          <a:p>
            <a:pPr marL="0" indent="0" algn="ctr">
              <a:buNone/>
            </a:pP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itchFamily="34" charset="0"/>
              </a:rPr>
              <a:t>Workshop at BBD Group, Lucknow</a:t>
            </a:r>
            <a:endParaRPr lang="en-US" altLang="ko-KR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847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B02B821-7BBF-47EB-A18E-618B25545F07}"/>
              </a:ext>
            </a:extLst>
          </p:cNvPr>
          <p:cNvSpPr txBox="1">
            <a:spLocks/>
          </p:cNvSpPr>
          <p:nvPr/>
        </p:nvSpPr>
        <p:spPr>
          <a:xfrm>
            <a:off x="214282" y="428610"/>
            <a:ext cx="7572428" cy="504626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6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altLang="ko-KR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Agenda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9A748A-2897-48C0-BC1D-B9C5852EC28F}"/>
              </a:ext>
            </a:extLst>
          </p:cNvPr>
          <p:cNvSpPr/>
          <p:nvPr/>
        </p:nvSpPr>
        <p:spPr>
          <a:xfrm flipV="1">
            <a:off x="357222" y="1025833"/>
            <a:ext cx="828674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3C5CA-4313-4B29-939E-7116708A5E48}"/>
              </a:ext>
            </a:extLst>
          </p:cNvPr>
          <p:cNvSpPr txBox="1"/>
          <p:nvPr/>
        </p:nvSpPr>
        <p:spPr>
          <a:xfrm>
            <a:off x="214282" y="1214428"/>
            <a:ext cx="8501122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Why Python is become very Popular Programming.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Python is the need of today’s generation.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What is Python?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Applications of Python.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Features of Python.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Comparison of Languages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Companies using Python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6AD19-150A-4012-B8D3-1E01AE0ECD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049658"/>
            <a:ext cx="1694563" cy="1694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148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495620"/>
            <a:ext cx="9144000" cy="1933386"/>
          </a:xfrm>
        </p:spPr>
        <p:txBody>
          <a:bodyPr/>
          <a:lstStyle/>
          <a:p>
            <a:r>
              <a:rPr lang="en-IN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</a:t>
            </a:r>
            <a:endParaRPr lang="en-US" altLang="ko-K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altLang="ko-KR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??</a:t>
            </a:r>
            <a:endParaRPr lang="ko-KR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8371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y1.jpeg">
            <a:extLst>
              <a:ext uri="{FF2B5EF4-FFF2-40B4-BE49-F238E27FC236}">
                <a16:creationId xmlns:a16="http://schemas.microsoft.com/office/drawing/2014/main" id="{14C54618-54DF-4540-B3A3-F60251AE9B8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008" y="23309"/>
            <a:ext cx="9036496" cy="498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970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VERAGE-SALARIES-BY-LANGUAGE_03-1.png">
            <a:extLst>
              <a:ext uri="{FF2B5EF4-FFF2-40B4-BE49-F238E27FC236}">
                <a16:creationId xmlns:a16="http://schemas.microsoft.com/office/drawing/2014/main" id="{88C3395A-57EA-48B8-BA03-D16A8D6EE4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002" y="111834"/>
            <a:ext cx="8978502" cy="490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57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495620"/>
            <a:ext cx="9144000" cy="1933386"/>
          </a:xfrm>
        </p:spPr>
        <p:txBody>
          <a:bodyPr/>
          <a:lstStyle/>
          <a:p>
            <a:r>
              <a:rPr lang="en-IN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</a:t>
            </a:r>
          </a:p>
          <a:p>
            <a:r>
              <a:rPr lang="en-IN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</a:t>
            </a:r>
            <a:endParaRPr lang="en-US" altLang="ko-K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altLang="ko-KR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??</a:t>
            </a:r>
            <a:endParaRPr lang="ko-KR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2119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14282" y="428610"/>
            <a:ext cx="7572428" cy="504626"/>
          </a:xfrm>
        </p:spPr>
        <p:txBody>
          <a:bodyPr/>
          <a:lstStyle/>
          <a:p>
            <a:pPr algn="l"/>
            <a:r>
              <a:rPr lang="en-IN" altLang="ko-KR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Python Programming ??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282" y="1779662"/>
            <a:ext cx="5005790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defTabSz="914349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Python is an Interpreted, </a:t>
            </a:r>
          </a:p>
          <a:p>
            <a:pPr lvl="0" algn="just" defTabSz="914349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Object Oriented, </a:t>
            </a:r>
          </a:p>
          <a:p>
            <a:pPr lvl="0" algn="just" defTabSz="914349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High Level Programming</a:t>
            </a:r>
          </a:p>
          <a:p>
            <a:pPr lvl="0" algn="just" defTabSz="914349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language with Dynamic</a:t>
            </a:r>
          </a:p>
          <a:p>
            <a:pPr lvl="0" algn="just" defTabSz="914349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Semantics.</a:t>
            </a:r>
          </a:p>
          <a:p>
            <a:pPr algn="just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357222" y="1025833"/>
            <a:ext cx="828674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E689E-176B-4750-9E5D-4EB03A13911B}"/>
              </a:ext>
            </a:extLst>
          </p:cNvPr>
          <p:cNvSpPr txBox="1"/>
          <p:nvPr/>
        </p:nvSpPr>
        <p:spPr>
          <a:xfrm>
            <a:off x="213206" y="1419622"/>
            <a:ext cx="4574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OFFICIAL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 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946A7B-23F2-4F18-9357-D943A8854F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1756" y="1788954"/>
            <a:ext cx="2441941" cy="2441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8FC2E7-600A-43F0-8CE0-9590B6622DA3}"/>
              </a:ext>
            </a:extLst>
          </p:cNvPr>
          <p:cNvSpPr txBox="1"/>
          <p:nvPr/>
        </p:nvSpPr>
        <p:spPr>
          <a:xfrm>
            <a:off x="6346288" y="1419622"/>
            <a:ext cx="228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GUIDO VAN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ROSSUM 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119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14282" y="428610"/>
            <a:ext cx="7572428" cy="504626"/>
          </a:xfrm>
        </p:spPr>
        <p:txBody>
          <a:bodyPr/>
          <a:lstStyle/>
          <a:p>
            <a:pPr algn="l"/>
            <a:r>
              <a:rPr lang="en-IN" altLang="ko-KR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areas of Python Programming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282" y="1214428"/>
            <a:ext cx="8501122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Web Development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Machine Learning &amp; Artificial Intelligence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Data Science &amp; Data Visualization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Desktop GUI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Game Development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Business Applications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Embedded Applications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IOT (Internet Of Things)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357222" y="1025833"/>
            <a:ext cx="828674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0830C-FEA2-4271-9AEC-528BC109E4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2049658"/>
            <a:ext cx="1694563" cy="1694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2119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14282" y="428610"/>
            <a:ext cx="7572428" cy="504626"/>
          </a:xfrm>
        </p:spPr>
        <p:txBody>
          <a:bodyPr/>
          <a:lstStyle/>
          <a:p>
            <a:pPr algn="l"/>
            <a:r>
              <a:rPr lang="en-IN" altLang="ko-KR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 of Python Programming</a:t>
            </a:r>
            <a:endParaRPr lang="ko-KR" altLang="en-US" sz="28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4282" y="1214428"/>
            <a:ext cx="8501122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Less line of codes than other languages.</a:t>
            </a:r>
          </a:p>
          <a:p>
            <a:pPr marL="342900" indent="-342900"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Platform independent</a:t>
            </a:r>
          </a:p>
          <a:p>
            <a:pPr marL="342900" indent="-342900"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It supports functional and structured programming methods </a:t>
            </a:r>
          </a:p>
          <a:p>
            <a:pPr marL="342900" indent="-342900"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It provides very high-level dynamic data types and supports dynamic type checking</a:t>
            </a:r>
          </a:p>
          <a:p>
            <a:pPr marL="342900" indent="-342900"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It supports automatic garbage collection.</a:t>
            </a:r>
          </a:p>
          <a:p>
            <a:pPr marL="342900" indent="-342900"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Open Source </a:t>
            </a:r>
          </a:p>
          <a:p>
            <a:pPr marL="342900" indent="-342900" algn="l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1800" b="0" dirty="0">
                <a:latin typeface="Calibri" panose="020F0502020204030204" pitchFamily="34" charset="0"/>
                <a:cs typeface="Calibri" panose="020F0502020204030204" pitchFamily="34" charset="0"/>
              </a:rPr>
              <a:t>Object Oriented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357222" y="1025833"/>
            <a:ext cx="828674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0830C-FEA2-4271-9AEC-528BC109E4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925" y="3181443"/>
            <a:ext cx="1694563" cy="1694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387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495620"/>
            <a:ext cx="9144000" cy="1933386"/>
          </a:xfrm>
        </p:spPr>
        <p:txBody>
          <a:bodyPr/>
          <a:lstStyle/>
          <a:p>
            <a:r>
              <a:rPr lang="en-IN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COMPARISON OF  </a:t>
            </a:r>
            <a:endParaRPr lang="en-US" altLang="ko-K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altLang="ko-KR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</a:t>
            </a:r>
            <a:endParaRPr lang="ko-KR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6625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57158" y="267494"/>
            <a:ext cx="8572528" cy="71894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Calculator Code Written In Java</a:t>
            </a:r>
            <a:endParaRPr lang="en-US" altLang="ko-KR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1960" y="977116"/>
            <a:ext cx="85725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java.util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.*;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class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SimpleCalc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public static void main(String []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Scanner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sc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=new Scanner(System.in);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(“Enter two numbers”);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int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a=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sc.nextInt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b=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sc.nextInt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(“Summation = ”+(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a+b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(“Subtraction = ”+(a-b));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(“Multiplication = ”+(a*b));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(“Division = ”+(a/b));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Total line of codes = 17</a:t>
            </a:r>
          </a:p>
        </p:txBody>
      </p:sp>
      <p:pic>
        <p:nvPicPr>
          <p:cNvPr id="4" name="Picture 3" descr="java_logo.png">
            <a:extLst>
              <a:ext uri="{FF2B5EF4-FFF2-40B4-BE49-F238E27FC236}">
                <a16:creationId xmlns:a16="http://schemas.microsoft.com/office/drawing/2014/main" id="{DC5A38E5-F268-4FE4-AD5C-C54849073D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09" t="4829" r="15487" b="3193"/>
          <a:stretch/>
        </p:blipFill>
        <p:spPr>
          <a:xfrm>
            <a:off x="5724128" y="1923678"/>
            <a:ext cx="1800200" cy="18437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D8E059-C2B7-4A45-8427-7B837FD1DB3B}"/>
              </a:ext>
            </a:extLst>
          </p:cNvPr>
          <p:cNvSpPr/>
          <p:nvPr/>
        </p:nvSpPr>
        <p:spPr>
          <a:xfrm flipV="1">
            <a:off x="323528" y="915566"/>
            <a:ext cx="828674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119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57158" y="267494"/>
            <a:ext cx="8572528" cy="71894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Calculator Code Written In C#</a:t>
            </a:r>
            <a:endParaRPr lang="en-US" altLang="ko-KR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1960" y="977116"/>
            <a:ext cx="85725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using System;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class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SimpleCalc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public static void Main(String []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Console.WriteLine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(“Enter two numbers”);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int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a=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int.Parse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Console.ReadLine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());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b=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int.Parse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Console.ReadLine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());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Console.WriteLine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(“Summation = ”+(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a+b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));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Console.WriteLine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(“Subtraction = ”+(a-b));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Console.WriteLine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(“Multiplication = ”+(a*b));</a:t>
            </a:r>
          </a:p>
          <a:p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Console.WriteLine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(“Division = ”+(a/b));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Total line of codes = 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5AF6C-6855-4285-ADFB-566D23203A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2063178"/>
            <a:ext cx="2125985" cy="12421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DEBB53-C0A6-4A33-BBDF-1056209FDA05}"/>
              </a:ext>
            </a:extLst>
          </p:cNvPr>
          <p:cNvSpPr/>
          <p:nvPr/>
        </p:nvSpPr>
        <p:spPr>
          <a:xfrm flipV="1">
            <a:off x="323528" y="915566"/>
            <a:ext cx="828674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669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57158" y="267494"/>
            <a:ext cx="8572528" cy="718940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Calculator Code Written In Python</a:t>
            </a:r>
            <a:endParaRPr lang="en-US" altLang="ko-KR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1112" y="1540698"/>
            <a:ext cx="85725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a=int(input(“Enter first number : ”))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b=int(input(“Enter second number : ”))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print( “Summation =”,(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a+b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print (“Subtraction=”,(a-b))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print (“Multiplication =”,(a*b))</a:t>
            </a: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print (“Division =”,(a/b))</a:t>
            </a:r>
          </a:p>
          <a:p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Total line of codes =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AA443-388D-4681-8397-97F282315A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905224"/>
            <a:ext cx="1694563" cy="16945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34FF96-561A-4D37-B87B-CD22AE0ADF4E}"/>
              </a:ext>
            </a:extLst>
          </p:cNvPr>
          <p:cNvSpPr/>
          <p:nvPr/>
        </p:nvSpPr>
        <p:spPr>
          <a:xfrm flipV="1">
            <a:off x="323528" y="915566"/>
            <a:ext cx="8286744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03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57172"/>
            <a:ext cx="9144000" cy="576064"/>
          </a:xfrm>
        </p:spPr>
        <p:txBody>
          <a:bodyPr/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COMPANIES USING PYTHON</a:t>
            </a:r>
            <a:endParaRPr lang="en-US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2844" y="1357304"/>
            <a:ext cx="8858312" cy="3643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5796BF-2D33-4B1E-A5A3-0583A1FBC2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765" y="3008004"/>
            <a:ext cx="874653" cy="8746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B51CF4-75A5-479F-86D1-3209350541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385" y="4122940"/>
            <a:ext cx="787070" cy="7870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492EF7-9DD7-4FF8-8E5B-DA69FCE634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8" t="19918" r="10235" b="24773"/>
          <a:stretch/>
        </p:blipFill>
        <p:spPr>
          <a:xfrm>
            <a:off x="2027113" y="4167327"/>
            <a:ext cx="2142375" cy="7457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0DF154-17C2-4D39-A1F4-C416DCDFB26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6" r="21031"/>
          <a:stretch/>
        </p:blipFill>
        <p:spPr>
          <a:xfrm>
            <a:off x="5516515" y="1683165"/>
            <a:ext cx="1431798" cy="11324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72BD19E-68DD-4303-8825-C3C32FDB29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971" y="1690767"/>
            <a:ext cx="1811454" cy="8931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05BA29E-DCAD-4CE2-93E4-7A8048A4F1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916" y="3989661"/>
            <a:ext cx="803072" cy="8030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5B6FDE-BD9D-44F4-8114-49DB0F3C8E6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35" y="1934726"/>
            <a:ext cx="702556" cy="7025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58AA724-B989-49E3-85AC-50E2110958E1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17" b="22863"/>
          <a:stretch/>
        </p:blipFill>
        <p:spPr>
          <a:xfrm>
            <a:off x="413611" y="4281543"/>
            <a:ext cx="1365480" cy="5111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A89CDA5-F6EC-4A00-94BB-E59D575F045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04" y="1866197"/>
            <a:ext cx="988945" cy="8207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F91FCB6-A18C-4675-9BBD-A75446A02B8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088550"/>
            <a:ext cx="1214448" cy="6924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73AFCB6-1391-4BC8-B189-2D09D042649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14" y="3026225"/>
            <a:ext cx="787562" cy="7875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D6FA84-6DBC-43B3-9459-2E61943E012C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39" b="25395"/>
          <a:stretch/>
        </p:blipFill>
        <p:spPr>
          <a:xfrm>
            <a:off x="6948264" y="3069269"/>
            <a:ext cx="1602724" cy="65511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29A5300-EE90-4166-AD31-FD4F1AF6CA6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724" y="1866197"/>
            <a:ext cx="1602724" cy="6517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BC9C96F-FA33-4086-9ECC-4A82842396F3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70" b="27259"/>
          <a:stretch/>
        </p:blipFill>
        <p:spPr>
          <a:xfrm>
            <a:off x="4018715" y="1983845"/>
            <a:ext cx="1655563" cy="5879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D463F65-B5E5-4D32-B8B0-5E135A0FA20D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607" y="3901772"/>
            <a:ext cx="2164157" cy="88455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FD1461-ABB9-485A-A11E-61520FDC846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578" y="3012941"/>
            <a:ext cx="860460" cy="8141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5E43335-5E88-472F-88AE-A652BC28A45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193" y="3096717"/>
            <a:ext cx="678903" cy="67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43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39502"/>
            <a:ext cx="9144000" cy="3089504"/>
          </a:xfrm>
        </p:spPr>
        <p:txBody>
          <a:bodyPr/>
          <a:lstStyle/>
          <a:p>
            <a:r>
              <a:rPr lang="en-IN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START OUR</a:t>
            </a:r>
          </a:p>
          <a:p>
            <a:r>
              <a:rPr lang="en-IN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JOURNEY WITH </a:t>
            </a:r>
            <a:endParaRPr lang="en-US" altLang="ko-KR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altLang="ko-KR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!!!</a:t>
            </a:r>
            <a:endParaRPr lang="ko-KR" alt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B5E8E1-140A-44F0-B7DD-A4272CF3C2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3397685"/>
            <a:ext cx="12241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211980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49941"/>
      </a:accent1>
      <a:accent2>
        <a:srgbClr val="A4D144"/>
      </a:accent2>
      <a:accent3>
        <a:srgbClr val="649941"/>
      </a:accent3>
      <a:accent4>
        <a:srgbClr val="A4D144"/>
      </a:accent4>
      <a:accent5>
        <a:srgbClr val="649941"/>
      </a:accent5>
      <a:accent6>
        <a:srgbClr val="A4D144"/>
      </a:accent6>
      <a:hlink>
        <a:srgbClr val="76923C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49941"/>
      </a:accent1>
      <a:accent2>
        <a:srgbClr val="A4D144"/>
      </a:accent2>
      <a:accent3>
        <a:srgbClr val="649941"/>
      </a:accent3>
      <a:accent4>
        <a:srgbClr val="A4D144"/>
      </a:accent4>
      <a:accent5>
        <a:srgbClr val="649941"/>
      </a:accent5>
      <a:accent6>
        <a:srgbClr val="A4D144"/>
      </a:accent6>
      <a:hlink>
        <a:srgbClr val="76923C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3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49941"/>
      </a:accent1>
      <a:accent2>
        <a:srgbClr val="A4D144"/>
      </a:accent2>
      <a:accent3>
        <a:srgbClr val="649941"/>
      </a:accent3>
      <a:accent4>
        <a:srgbClr val="A4D144"/>
      </a:accent4>
      <a:accent5>
        <a:srgbClr val="649941"/>
      </a:accent5>
      <a:accent6>
        <a:srgbClr val="A4D144"/>
      </a:accent6>
      <a:hlink>
        <a:srgbClr val="76923C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15441</TotalTime>
  <Words>606</Words>
  <Application>Microsoft Office PowerPoint</Application>
  <PresentationFormat>On-screen Show (16:9)</PresentationFormat>
  <Paragraphs>132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42" baseType="lpstr">
      <vt:lpstr>맑은 고딕</vt:lpstr>
      <vt:lpstr>Arial</vt:lpstr>
      <vt:lpstr>Arial Unicode MS</vt:lpstr>
      <vt:lpstr>Calibri</vt:lpstr>
      <vt:lpstr>Garet</vt:lpstr>
      <vt:lpstr>Garet Bold</vt:lpstr>
      <vt:lpstr>Kadwa</vt:lpstr>
      <vt:lpstr>Kadwa Bold</vt:lpstr>
      <vt:lpstr>Liana</vt:lpstr>
      <vt:lpstr>Monotype Corsiva</vt:lpstr>
      <vt:lpstr>Poppins</vt:lpstr>
      <vt:lpstr>Poppins Bold</vt:lpstr>
      <vt:lpstr>Times New Roman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Rohit Kumar</cp:lastModifiedBy>
  <cp:revision>175</cp:revision>
  <dcterms:created xsi:type="dcterms:W3CDTF">2016-12-05T23:26:54Z</dcterms:created>
  <dcterms:modified xsi:type="dcterms:W3CDTF">2024-08-08T05:11:29Z</dcterms:modified>
</cp:coreProperties>
</file>