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6" r:id="rId2"/>
    <p:sldId id="288" r:id="rId3"/>
    <p:sldId id="289" r:id="rId4"/>
    <p:sldId id="292" r:id="rId5"/>
    <p:sldId id="290" r:id="rId6"/>
    <p:sldId id="291" r:id="rId7"/>
    <p:sldId id="293" r:id="rId8"/>
    <p:sldId id="294" r:id="rId9"/>
    <p:sldId id="295" r:id="rId10"/>
    <p:sldId id="296" r:id="rId11"/>
    <p:sldId id="297" r:id="rId12"/>
    <p:sldId id="2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5" indent="0" algn="ctr">
              <a:buNone/>
              <a:defRPr sz="2000"/>
            </a:lvl2pPr>
            <a:lvl3pPr marL="914349" indent="0" algn="ctr">
              <a:buNone/>
              <a:defRPr sz="1799"/>
            </a:lvl3pPr>
            <a:lvl4pPr marL="1371524" indent="0" algn="ctr">
              <a:buNone/>
              <a:defRPr sz="1600"/>
            </a:lvl4pPr>
            <a:lvl5pPr marL="1828698" indent="0" algn="ctr">
              <a:buNone/>
              <a:defRPr sz="1600"/>
            </a:lvl5pPr>
            <a:lvl6pPr marL="2285872" indent="0" algn="ctr">
              <a:buNone/>
              <a:defRPr sz="1600"/>
            </a:lvl6pPr>
            <a:lvl7pPr marL="2743047" indent="0" algn="ctr">
              <a:buNone/>
              <a:defRPr sz="1600"/>
            </a:lvl7pPr>
            <a:lvl8pPr marL="3200222" indent="0" algn="ctr">
              <a:buNone/>
              <a:defRPr sz="1600"/>
            </a:lvl8pPr>
            <a:lvl9pPr marL="365739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953F0-3884-4236-8305-9D4F8DC6E073}" type="datetime1">
              <a:rPr lang="en-US" smtClean="0"/>
              <a:pPr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975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84174-7D6A-423D-8E5D-7F77F3AD881B}" type="datetime1">
              <a:rPr lang="en-US" smtClean="0"/>
              <a:pPr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72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49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5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4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2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331E3-52E6-4E7A-80A6-AE4A8399F357}" type="datetime1">
              <a:rPr lang="en-US" smtClean="0"/>
              <a:pPr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27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6FF6-3418-4733-A340-3BB08665B625}" type="datetime1">
              <a:rPr lang="en-US" smtClean="0"/>
              <a:pPr/>
              <a:t>8/14/2024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00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5" indent="0">
              <a:buNone/>
              <a:defRPr sz="2000" b="1"/>
            </a:lvl2pPr>
            <a:lvl3pPr marL="914349" indent="0">
              <a:buNone/>
              <a:defRPr sz="1799" b="1"/>
            </a:lvl3pPr>
            <a:lvl4pPr marL="1371524" indent="0">
              <a:buNone/>
              <a:defRPr sz="1600" b="1"/>
            </a:lvl4pPr>
            <a:lvl5pPr marL="1828698" indent="0">
              <a:buNone/>
              <a:defRPr sz="1600" b="1"/>
            </a:lvl5pPr>
            <a:lvl6pPr marL="2285872" indent="0">
              <a:buNone/>
              <a:defRPr sz="1600" b="1"/>
            </a:lvl6pPr>
            <a:lvl7pPr marL="2743047" indent="0">
              <a:buNone/>
              <a:defRPr sz="1600" b="1"/>
            </a:lvl7pPr>
            <a:lvl8pPr marL="3200222" indent="0">
              <a:buNone/>
              <a:defRPr sz="1600" b="1"/>
            </a:lvl8pPr>
            <a:lvl9pPr marL="365739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5" indent="0">
              <a:buNone/>
              <a:defRPr sz="2000" b="1"/>
            </a:lvl2pPr>
            <a:lvl3pPr marL="914349" indent="0">
              <a:buNone/>
              <a:defRPr sz="1799" b="1"/>
            </a:lvl3pPr>
            <a:lvl4pPr marL="1371524" indent="0">
              <a:buNone/>
              <a:defRPr sz="1600" b="1"/>
            </a:lvl4pPr>
            <a:lvl5pPr marL="1828698" indent="0">
              <a:buNone/>
              <a:defRPr sz="1600" b="1"/>
            </a:lvl5pPr>
            <a:lvl6pPr marL="2285872" indent="0">
              <a:buNone/>
              <a:defRPr sz="1600" b="1"/>
            </a:lvl6pPr>
            <a:lvl7pPr marL="2743047" indent="0">
              <a:buNone/>
              <a:defRPr sz="1600" b="1"/>
            </a:lvl7pPr>
            <a:lvl8pPr marL="3200222" indent="0">
              <a:buNone/>
              <a:defRPr sz="1600" b="1"/>
            </a:lvl8pPr>
            <a:lvl9pPr marL="365739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CD58-AE08-4800-85C6-0F05F355CC6A}" type="datetime1">
              <a:rPr lang="en-US" smtClean="0"/>
              <a:pPr/>
              <a:t>8/14/2024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1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1AF9B-BE91-4958-AF07-AE10468439B0}" type="datetime1">
              <a:rPr lang="en-US" smtClean="0"/>
              <a:pPr/>
              <a:t>8/14/2024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1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262C7-997C-411B-B69A-FBE5E87A4AB7}" type="datetime1">
              <a:rPr lang="en-US" smtClean="0"/>
              <a:pPr/>
              <a:t>8/14/2024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73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5" indent="0">
              <a:buNone/>
              <a:defRPr sz="1400"/>
            </a:lvl2pPr>
            <a:lvl3pPr marL="914349" indent="0">
              <a:buNone/>
              <a:defRPr sz="1200"/>
            </a:lvl3pPr>
            <a:lvl4pPr marL="1371524" indent="0">
              <a:buNone/>
              <a:defRPr sz="1000"/>
            </a:lvl4pPr>
            <a:lvl5pPr marL="1828698" indent="0">
              <a:buNone/>
              <a:defRPr sz="1000"/>
            </a:lvl5pPr>
            <a:lvl6pPr marL="2285872" indent="0">
              <a:buNone/>
              <a:defRPr sz="1000"/>
            </a:lvl6pPr>
            <a:lvl7pPr marL="2743047" indent="0">
              <a:buNone/>
              <a:defRPr sz="1000"/>
            </a:lvl7pPr>
            <a:lvl8pPr marL="3200222" indent="0">
              <a:buNone/>
              <a:defRPr sz="1000"/>
            </a:lvl8pPr>
            <a:lvl9pPr marL="365739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5057-9CC0-42D5-8A7D-63A01E62D30A}" type="datetime1">
              <a:rPr lang="en-US" smtClean="0"/>
              <a:pPr/>
              <a:t>8/14/2024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24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75" indent="0">
              <a:buNone/>
              <a:defRPr sz="2800"/>
            </a:lvl2pPr>
            <a:lvl3pPr marL="914349" indent="0">
              <a:buNone/>
              <a:defRPr sz="2400"/>
            </a:lvl3pPr>
            <a:lvl4pPr marL="1371524" indent="0">
              <a:buNone/>
              <a:defRPr sz="2000"/>
            </a:lvl4pPr>
            <a:lvl5pPr marL="1828698" indent="0">
              <a:buNone/>
              <a:defRPr sz="2000"/>
            </a:lvl5pPr>
            <a:lvl6pPr marL="2285872" indent="0">
              <a:buNone/>
              <a:defRPr sz="2000"/>
            </a:lvl6pPr>
            <a:lvl7pPr marL="2743047" indent="0">
              <a:buNone/>
              <a:defRPr sz="2000"/>
            </a:lvl7pPr>
            <a:lvl8pPr marL="3200222" indent="0">
              <a:buNone/>
              <a:defRPr sz="2000"/>
            </a:lvl8pPr>
            <a:lvl9pPr marL="3657396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5" indent="0">
              <a:buNone/>
              <a:defRPr sz="1400"/>
            </a:lvl2pPr>
            <a:lvl3pPr marL="914349" indent="0">
              <a:buNone/>
              <a:defRPr sz="1200"/>
            </a:lvl3pPr>
            <a:lvl4pPr marL="1371524" indent="0">
              <a:buNone/>
              <a:defRPr sz="1000"/>
            </a:lvl4pPr>
            <a:lvl5pPr marL="1828698" indent="0">
              <a:buNone/>
              <a:defRPr sz="1000"/>
            </a:lvl5pPr>
            <a:lvl6pPr marL="2285872" indent="0">
              <a:buNone/>
              <a:defRPr sz="1000"/>
            </a:lvl6pPr>
            <a:lvl7pPr marL="2743047" indent="0">
              <a:buNone/>
              <a:defRPr sz="1000"/>
            </a:lvl7pPr>
            <a:lvl8pPr marL="3200222" indent="0">
              <a:buNone/>
              <a:defRPr sz="1000"/>
            </a:lvl8pPr>
            <a:lvl9pPr marL="365739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77804-A9CD-4E0B-B53C-F8A91D62D01E}" type="datetime1">
              <a:rPr lang="en-US" smtClean="0"/>
              <a:pPr/>
              <a:t>8/14/2024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4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9C4BB-3F45-457E-BD9C-F1CFFFD39305}" type="datetime1">
              <a:rPr lang="en-US" smtClean="0"/>
              <a:pPr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6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7ED-E135-40B2-A35F-7FEB4A72DD54}" type="datetime1">
              <a:rPr lang="en-US" smtClean="0"/>
              <a:pPr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1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1FEC0-C8EA-46E9-BDBA-AE52A9AE7229}" type="datetime1">
              <a:rPr lang="en-US" smtClean="0"/>
              <a:pPr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30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34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7" indent="-228587" algn="l" defTabSz="91434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1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36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1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285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460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4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8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3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75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49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4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7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2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6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18A886-7ABB-490B-8433-4A09BA0EF7E5}"/>
              </a:ext>
            </a:extLst>
          </p:cNvPr>
          <p:cNvSpPr txBox="1"/>
          <p:nvPr/>
        </p:nvSpPr>
        <p:spPr>
          <a:xfrm>
            <a:off x="1308762" y="3521359"/>
            <a:ext cx="102203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– 5</a:t>
            </a:r>
          </a:p>
          <a:p>
            <a:pPr algn="ctr"/>
            <a:r>
              <a:rPr lang="en-IN" sz="3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OOPS Concepts</a:t>
            </a:r>
            <a:endParaRPr lang="en-IN" sz="3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1705AE-7D23-4B60-9E36-95DCB650E565}"/>
              </a:ext>
            </a:extLst>
          </p:cNvPr>
          <p:cNvSpPr/>
          <p:nvPr/>
        </p:nvSpPr>
        <p:spPr>
          <a:xfrm>
            <a:off x="2330373" y="913648"/>
            <a:ext cx="80725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4800" b="1" dirty="0" smtClean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On Python</a:t>
            </a:r>
            <a:endParaRPr lang="en-IN" sz="4800" b="1" dirty="0">
              <a:solidFill>
                <a:srgbClr val="4454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BF3C6A-13CC-437D-B871-53EC05954E11}"/>
              </a:ext>
            </a:extLst>
          </p:cNvPr>
          <p:cNvSpPr/>
          <p:nvPr/>
        </p:nvSpPr>
        <p:spPr>
          <a:xfrm>
            <a:off x="2941983" y="2981739"/>
            <a:ext cx="6732104" cy="2067339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32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OOPS Principles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906983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OOPS are the rules (or) guidelines which are supposed to be satisfied by any programming language in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order to call that programming language as OOPL.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Different oops principles are:-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Encapsulation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Polymorphism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Inheritance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Abstraction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/>
              <a:t>.</a:t>
            </a: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 Of Class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906983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 is a syntax (or) structure used to bind (or) group the related data members along with its related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functionalities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Syntax:-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classname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	…………………..		# same space indentation called suit/ block/ class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	…………………. </a:t>
            </a:r>
          </a:p>
          <a:p>
            <a:pPr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Within the class we can represent data by using static variables and non static variables.</a:t>
            </a:r>
          </a:p>
          <a:p>
            <a:pPr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0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Using Class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906983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#This program demonstrate concept of class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MyClass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sayHello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self,n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):</a:t>
            </a: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print("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Hello,",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name=input("Enter your name : ")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m=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MyClass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 #Creation of object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m.sayHello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(name) #Calling of class function</a:t>
            </a:r>
          </a:p>
          <a:p>
            <a:pPr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0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Variables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1246618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variables which are declared within the class, outside of all the methods are known as static variables (or) class variables.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data which is common for every object is recommended to represent by using static variables.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all the static variables of a class, memory will allocated only once.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Static variable of one class can access within the same class (or) outside of the class by using class name.</a:t>
            </a:r>
          </a:p>
          <a:p>
            <a:pPr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0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29" y="184769"/>
            <a:ext cx="7529011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Using Static Variables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1246618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 x: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=1000 #static variable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def m1(self):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print(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x.i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x1=x() #object creation statement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x1.m1() #1000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x.i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 #1000</a:t>
            </a:r>
          </a:p>
          <a:p>
            <a:pPr lvl="0">
              <a:lnSpc>
                <a:spcPct val="10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29" y="184769"/>
            <a:ext cx="7529011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 Static Variables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1246618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variables which are declared with self (or) reference variable are known as non-static variables (or) instance variable.</a:t>
            </a:r>
          </a:p>
          <a:p>
            <a:pPr lvl="0"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Non static variables we can define within the constructors (or) within the method.</a:t>
            </a:r>
          </a:p>
          <a:p>
            <a:pPr lvl="0"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data which is separate for every object is recommended to represent by using non-static variable.</a:t>
            </a:r>
          </a:p>
          <a:p>
            <a:pPr lvl="0"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all the non-static variables of a class, memory will be allocated whenever we create object.</a:t>
            </a:r>
          </a:p>
          <a:p>
            <a:pPr lvl="0"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With respect to every object creation statement separate copy of memory will be allocated for non-static variable.</a:t>
            </a:r>
          </a:p>
          <a:p>
            <a:pPr lvl="0"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Non static variable of one class, we can access within the same class by using ‘self’.</a:t>
            </a:r>
          </a:p>
          <a:p>
            <a:pPr lvl="0"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Non static variables of one class we can access outside the class by using reference variable name.</a:t>
            </a:r>
          </a:p>
          <a:p>
            <a:pPr lvl="0">
              <a:lnSpc>
                <a:spcPct val="10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29" y="184769"/>
            <a:ext cx="7529011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Non Static Variables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53143" y="1024549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#Example Application using non-static variable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 Employee: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def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setValue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self,empid,empname,salary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self.empid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empid</a:t>
            </a: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self.empname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empname</a:t>
            </a: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self.salary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=salary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def display(self):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print("Employee Id : ",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self.empid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print("Employee Name : ",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self.empname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print("Employee Salary : ",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self.salary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0">
              <a:lnSpc>
                <a:spcPct val="10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29" y="184769"/>
            <a:ext cx="8195217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Non Static Variables (cont..)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53143" y="815541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e=Employee() #Creation of object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eid</a:t>
            </a: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18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(input("Enter Employee Id : "))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ename</a:t>
            </a: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=input("Enter Employee Name : ")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esalary</a:t>
            </a: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18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(input("Enter Employee Salary : "))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e.setValue</a:t>
            </a: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eid,ename,esalary</a:t>
            </a: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e.display</a:t>
            </a: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Output:-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Employee Id : 1001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Employee Name : </a:t>
            </a:r>
            <a:r>
              <a:rPr lang="en-US" sz="18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Brijesh</a:t>
            </a: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Mishra</a:t>
            </a:r>
            <a:endParaRPr lang="en-US" sz="18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Employee Salary : 50000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Employee Id :  1001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Employee Name :  </a:t>
            </a:r>
            <a:r>
              <a:rPr lang="en-US" sz="18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Brijesh</a:t>
            </a: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Mishra</a:t>
            </a:r>
            <a:endParaRPr lang="en-US" sz="18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Employee Salary :  50000</a:t>
            </a:r>
          </a:p>
          <a:p>
            <a:pPr lvl="0">
              <a:lnSpc>
                <a:spcPct val="10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0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29" y="184769"/>
            <a:ext cx="8195217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 Of Constructor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53143" y="815541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It is a special kind of method which executes automatically whenever we create object (i.e., without calling it).</a:t>
            </a:r>
          </a:p>
          <a:p>
            <a:pPr lvl="0"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Constructors are used to initialize the non-static variables of the class at the time of object with the user defined value.</a:t>
            </a:r>
          </a:p>
          <a:p>
            <a:pPr lvl="0"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Example Application:-</a:t>
            </a:r>
          </a:p>
          <a:p>
            <a:pPr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 z:</a:t>
            </a:r>
          </a:p>
          <a:p>
            <a:pPr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def __init__(self):</a:t>
            </a:r>
          </a:p>
          <a:p>
            <a:pPr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print 'in const of z'</a:t>
            </a:r>
          </a:p>
          <a:p>
            <a:pPr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z1=z() </a:t>
            </a:r>
          </a:p>
          <a:p>
            <a:pPr>
              <a:lnSpc>
                <a:spcPct val="100000"/>
              </a:lnSpc>
              <a:buNone/>
            </a:pP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O/P:-</a:t>
            </a:r>
          </a:p>
          <a:p>
            <a:pPr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 const of z</a:t>
            </a:r>
          </a:p>
          <a:p>
            <a:pPr lvl="0">
              <a:lnSpc>
                <a:spcPct val="10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0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29" y="184769"/>
            <a:ext cx="8195217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Constructor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53143" y="815541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# Constructor Demo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 Rectangle: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def __init__(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self,l,b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self.l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=l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self.b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=b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def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rectArea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(self):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return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self.l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self.b</a:t>
            </a: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def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rectPeri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(self):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return 2*(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self.l+self.b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0">
              <a:lnSpc>
                <a:spcPct val="10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29" y="184769"/>
            <a:ext cx="8195217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Constructor (cont..)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53143" y="815541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x=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(input("Enter the length : "))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y=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(input("Enter the breadth : "))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r=Rectangle(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print("Area of rectangle:",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r.rectArea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print("Perimeter of rectangle:",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r.rectPeri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())</a:t>
            </a:r>
          </a:p>
          <a:p>
            <a:pPr lvl="0">
              <a:lnSpc>
                <a:spcPct val="10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00000"/>
              </a:lnSpc>
              <a:buNone/>
            </a:pP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O/P:-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the length : 10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the breadth : 5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Area of rectangle: 50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Perimeter of rectangle: 30</a:t>
            </a: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1721</TotalTime>
  <Words>703</Words>
  <Application>Microsoft Office PowerPoint</Application>
  <PresentationFormat>Widescreen</PresentationFormat>
  <Paragraphs>144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Abhishek Katiyar</dc:creator>
  <cp:lastModifiedBy>Rohit Kumar</cp:lastModifiedBy>
  <cp:revision>110</cp:revision>
  <dcterms:created xsi:type="dcterms:W3CDTF">2020-05-05T05:45:34Z</dcterms:created>
  <dcterms:modified xsi:type="dcterms:W3CDTF">2024-08-15T01:50:21Z</dcterms:modified>
</cp:coreProperties>
</file>