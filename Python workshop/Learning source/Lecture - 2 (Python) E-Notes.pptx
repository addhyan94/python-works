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5" indent="0" algn="ctr">
              <a:buNone/>
              <a:defRPr sz="2000"/>
            </a:lvl2pPr>
            <a:lvl3pPr marL="914349" indent="0" algn="ctr">
              <a:buNone/>
              <a:defRPr sz="1799"/>
            </a:lvl3pPr>
            <a:lvl4pPr marL="1371524" indent="0" algn="ctr">
              <a:buNone/>
              <a:defRPr sz="1600"/>
            </a:lvl4pPr>
            <a:lvl5pPr marL="1828698" indent="0" algn="ctr">
              <a:buNone/>
              <a:defRPr sz="1600"/>
            </a:lvl5pPr>
            <a:lvl6pPr marL="2285872" indent="0" algn="ctr">
              <a:buNone/>
              <a:defRPr sz="1600"/>
            </a:lvl6pPr>
            <a:lvl7pPr marL="2743047" indent="0" algn="ctr">
              <a:buNone/>
              <a:defRPr sz="1600"/>
            </a:lvl7pPr>
            <a:lvl8pPr marL="3200222" indent="0" algn="ctr">
              <a:buNone/>
              <a:defRPr sz="1600"/>
            </a:lvl8pPr>
            <a:lvl9pPr marL="365739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953F0-3884-4236-8305-9D4F8DC6E073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75975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4174-7D6A-423D-8E5D-7F77F3AD881B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547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4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5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7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331E3-52E6-4E7A-80A6-AE4A8399F357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852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6FF6-3418-4733-A340-3BB08665B625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690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5" indent="0">
              <a:buNone/>
              <a:defRPr sz="2000" b="1"/>
            </a:lvl2pPr>
            <a:lvl3pPr marL="914349" indent="0">
              <a:buNone/>
              <a:defRPr sz="1799" b="1"/>
            </a:lvl3pPr>
            <a:lvl4pPr marL="1371524" indent="0">
              <a:buNone/>
              <a:defRPr sz="1600" b="1"/>
            </a:lvl4pPr>
            <a:lvl5pPr marL="1828698" indent="0">
              <a:buNone/>
              <a:defRPr sz="1600" b="1"/>
            </a:lvl5pPr>
            <a:lvl6pPr marL="2285872" indent="0">
              <a:buNone/>
              <a:defRPr sz="1600" b="1"/>
            </a:lvl6pPr>
            <a:lvl7pPr marL="2743047" indent="0">
              <a:buNone/>
              <a:defRPr sz="1600" b="1"/>
            </a:lvl7pPr>
            <a:lvl8pPr marL="3200222" indent="0">
              <a:buNone/>
              <a:defRPr sz="1600" b="1"/>
            </a:lvl8pPr>
            <a:lvl9pPr marL="365739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CD58-AE08-4800-85C6-0F05F355CC6A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441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1AF9B-BE91-4958-AF07-AE10468439B0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12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262C7-997C-411B-B69A-FBE5E87A4AB7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707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5057-9CC0-42D5-8A7D-63A01E62D30A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272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5" indent="0">
              <a:buNone/>
              <a:defRPr sz="2800"/>
            </a:lvl2pPr>
            <a:lvl3pPr marL="914349" indent="0">
              <a:buNone/>
              <a:defRPr sz="2400"/>
            </a:lvl3pPr>
            <a:lvl4pPr marL="1371524" indent="0">
              <a:buNone/>
              <a:defRPr sz="2000"/>
            </a:lvl4pPr>
            <a:lvl5pPr marL="1828698" indent="0">
              <a:buNone/>
              <a:defRPr sz="2000"/>
            </a:lvl5pPr>
            <a:lvl6pPr marL="2285872" indent="0">
              <a:buNone/>
              <a:defRPr sz="2000"/>
            </a:lvl6pPr>
            <a:lvl7pPr marL="2743047" indent="0">
              <a:buNone/>
              <a:defRPr sz="2000"/>
            </a:lvl7pPr>
            <a:lvl8pPr marL="3200222" indent="0">
              <a:buNone/>
              <a:defRPr sz="2000"/>
            </a:lvl8pPr>
            <a:lvl9pPr marL="365739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5" indent="0">
              <a:buNone/>
              <a:defRPr sz="1400"/>
            </a:lvl2pPr>
            <a:lvl3pPr marL="914349" indent="0">
              <a:buNone/>
              <a:defRPr sz="1200"/>
            </a:lvl3pPr>
            <a:lvl4pPr marL="1371524" indent="0">
              <a:buNone/>
              <a:defRPr sz="1000"/>
            </a:lvl4pPr>
            <a:lvl5pPr marL="1828698" indent="0">
              <a:buNone/>
              <a:defRPr sz="1000"/>
            </a:lvl5pPr>
            <a:lvl6pPr marL="2285872" indent="0">
              <a:buNone/>
              <a:defRPr sz="1000"/>
            </a:lvl6pPr>
            <a:lvl7pPr marL="2743047" indent="0">
              <a:buNone/>
              <a:defRPr sz="1000"/>
            </a:lvl7pPr>
            <a:lvl8pPr marL="3200222" indent="0">
              <a:buNone/>
              <a:defRPr sz="1000"/>
            </a:lvl8pPr>
            <a:lvl9pPr marL="365739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77804-A9CD-4E0B-B53C-F8A91D62D01E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734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9C4BB-3F45-457E-BD9C-F1CFFFD39305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897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F7ED-E135-40B2-A35F-7FEB4A72DD54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643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1FEC0-C8EA-46E9-BDBA-AE52A9AE7229}" type="datetime1">
              <a:rPr lang="en-US" smtClean="0"/>
              <a:pPr/>
              <a:t>5/28/2020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polyprep.co.in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62E63-5FCE-4494-BFA2-0F0580178C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8003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7" indent="-228587" algn="l" defTabSz="91434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6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1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5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0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4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8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3" indent="-228587" algn="l" defTabSz="91434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5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4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7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2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6" algn="l" defTabSz="91434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18A886-7ABB-490B-8433-4A09BA0EF7E5}"/>
              </a:ext>
            </a:extLst>
          </p:cNvPr>
          <p:cNvSpPr txBox="1"/>
          <p:nvPr/>
        </p:nvSpPr>
        <p:spPr>
          <a:xfrm>
            <a:off x="1282636" y="3704239"/>
            <a:ext cx="102203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2</a:t>
            </a:r>
          </a:p>
          <a:p>
            <a:pPr algn="ctr"/>
            <a:r>
              <a:rPr lang="en-IN" sz="32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Controls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61705AE-7D23-4B60-9E36-95DCB650E565}"/>
              </a:ext>
            </a:extLst>
          </p:cNvPr>
          <p:cNvSpPr/>
          <p:nvPr/>
        </p:nvSpPr>
        <p:spPr>
          <a:xfrm>
            <a:off x="2330373" y="913648"/>
            <a:ext cx="8072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IN" sz="4800" b="1" dirty="0" smtClean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On Python</a:t>
            </a:r>
            <a:endParaRPr lang="en-IN" sz="4800" b="1" dirty="0">
              <a:solidFill>
                <a:srgbClr val="44546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AEBF3C6A-13CC-437D-B871-53EC05954E11}"/>
              </a:ext>
            </a:extLst>
          </p:cNvPr>
          <p:cNvSpPr/>
          <p:nvPr/>
        </p:nvSpPr>
        <p:spPr>
          <a:xfrm>
            <a:off x="2941983" y="2981739"/>
            <a:ext cx="6732104" cy="206733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432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Control (If)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1298873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Controls are used for decision making. The decision controls in python are given below:-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statement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– else statement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Ladder if – else statement</a:t>
            </a: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Statement:-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if is a keyword which works like decision control. We attach a condition with if statement. 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given condition is true then code will executed and if given condition is false then it do nothing.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Syntax:-</a:t>
            </a: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condition: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		#if statement code</a:t>
            </a: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-1 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998424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n=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a number : "))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(n==1):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print("Hi..........")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print("Outside of if...")</a:t>
            </a: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1:-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a number : 1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Hi………………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Outside of if……</a:t>
            </a:r>
          </a:p>
          <a:p>
            <a:pPr marL="342900" lvl="0" indent="-342900"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 2:-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a number : 2</a:t>
            </a:r>
          </a:p>
          <a:p>
            <a:pPr marL="342900" lvl="0" indent="-3429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Outside of if…….</a:t>
            </a: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Control (if – else)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998424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if-else is the variation of if statement. We attach a condition with if statement. If  given condition is true then if block code will executed and if given condition is false then else block code will executed.</a:t>
            </a:r>
          </a:p>
          <a:p>
            <a:pPr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Syntax of if –else:-</a:t>
            </a: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if(Condition):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	#if block code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	#else block code</a:t>
            </a:r>
          </a:p>
          <a:p>
            <a:pPr marL="342900" lvl="0" indent="-3429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- 2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933109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#Develop a program in python to find greatest no in two numbers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n1=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first no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n2=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second no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n1&gt;n2: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print("Greatest No=",n1)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print("Greatest No=",n2)</a:t>
            </a:r>
          </a:p>
          <a:p>
            <a:pPr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O/P:-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first no : 10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second no : 5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Greatest No=10</a:t>
            </a:r>
          </a:p>
          <a:p>
            <a:pPr lvl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- 3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815542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#WAP to find roots of quadratic equation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import math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a=float(input("Enter value of a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b=float(input("Enter value of b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c=float(input("Enter value of c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d=(b*b)-(4*a*c)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d&lt;0: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print("Roots are imaginary")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r1=(-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b+math.sqrt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(d))/(2*a)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r2=(-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b+math.sqrt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(d))/(2*a)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print("Root1=",r1)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print("Root2=",r2)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Control (Ladder If - Else)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1050676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you have multiple conditions and you want to execute the code based on those conditions then you can use ladder if – else .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 syntax of if – else ladder is given below:-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condition1: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	# code1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condition2: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`	#code2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lnSpc>
                <a:spcPct val="100000"/>
              </a:lnSpc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	#code3</a:t>
            </a: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- 4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1050676"/>
            <a:ext cx="11168742" cy="4758670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Develop a program in java to calculate electricity bill. Take number of units consumed by user and based on units calculate the bill. The parameters are given below:-</a:t>
            </a:r>
          </a:p>
          <a:p>
            <a:pPr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0403" y="2067542"/>
          <a:ext cx="10963106" cy="1261872"/>
        </p:xfrm>
        <a:graphic>
          <a:graphicData uri="http://schemas.openxmlformats.org/drawingml/2006/table">
            <a:tbl>
              <a:tblPr/>
              <a:tblGrid>
                <a:gridCol w="5481553"/>
                <a:gridCol w="5481553"/>
              </a:tblGrid>
              <a:tr h="234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Unit range</a:t>
                      </a:r>
                      <a:endParaRPr lang="en-US" sz="1800" dirty="0">
                        <a:solidFill>
                          <a:schemeClr val="bg2">
                            <a:lumMod val="25000"/>
                          </a:schemeClr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Charge per unit</a:t>
                      </a:r>
                      <a:endParaRPr lang="en-US" sz="1800">
                        <a:solidFill>
                          <a:schemeClr val="bg2">
                            <a:lumMod val="25000"/>
                          </a:schemeClr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1-150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2.40 Rs./Unit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For next 151-300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3.00 Rs./Unit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For next more than 300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3.20Rs./Unit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30" y="184769"/>
            <a:ext cx="5991764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– 4 (cont..)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1050676"/>
            <a:ext cx="11168742" cy="4958238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# Electricity Bill Calculator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unit=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no. of units consumed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unit&lt;=150: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bill=unit*2.40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unit&gt;150 and unit&lt;=300: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bill=(150*2.40)+(unit-150)*3.00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bill=(150*2.40)+(150*3.00)+(unit-300)*3.20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print("Your bill=",bill)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O/P:-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Enter no. of units consumed : 200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Your bill=510.0</a:t>
            </a: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273593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– 5 (Temperature Convertor)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750227"/>
            <a:ext cx="11168742" cy="4958238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#Temperature Convertor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print("Enter 1 for c to f")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print("Enter 2 for f to c")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==1: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c=float(input("Enter temperature in c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f=(9*c)/5+32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print("Temperature in f=",f)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elif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ch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==2: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f=float(input("Enter temperature in f :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c=(f-32)*5/9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print("Temperature in c=",c)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print("Invalid choice")</a:t>
            </a: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1876246" y="3045535"/>
            <a:ext cx="8273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35529"/>
            <a:r>
              <a:rPr lang="en-IN" sz="3200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Controls In Python</a:t>
            </a:r>
            <a:endParaRPr lang="en-US" sz="3200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273593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Controls In Python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750227"/>
            <a:ext cx="11168742" cy="4958238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If you have a block of code which you want to execute repeatedly then you can use a loop control. In Python programming language there are two types of loop controls.</a:t>
            </a:r>
          </a:p>
          <a:p>
            <a:pPr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 loop</a:t>
            </a:r>
          </a:p>
          <a:p>
            <a:pPr marL="457200" indent="-457200">
              <a:buAutoNum type="arabicPeriod"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loop</a:t>
            </a:r>
          </a:p>
          <a:p>
            <a:pPr marL="457200" indent="-457200"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while loop in python is work like while loop in C, C++ and Java. It is a type of entry control. Whereas the for loop in python is work like for each loop in java. For loop in python is used to traverse the elements of a collection like string, list,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… etc.</a:t>
            </a: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273593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 In Python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750227"/>
            <a:ext cx="11168742" cy="4958238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 is a keyword in python, which works as a loop control. It is a type of entry loop control. The syntax of while loop is given below:-</a:t>
            </a:r>
          </a:p>
          <a:p>
            <a:pPr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Initialization of loop counter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while(condition):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	#code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Updation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of loop counter</a:t>
            </a: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273593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- 6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750227"/>
            <a:ext cx="11168742" cy="4958238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#WAP in python to print the table of given number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n=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(input("Enter a number : "))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=1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&lt;=10):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print(n,"*",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,"=",(n*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=i+1</a:t>
            </a: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273593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- 7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750227"/>
            <a:ext cx="11168742" cy="4958238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#WAP a program in python to print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fibonacci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sequence up to n terms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n=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(input("How many terms you want in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fibonacci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sequence? "))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n1=0 #First term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n2=1 #Second term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print("Fibonacci Sequence : ")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print(n1,n2,end=" ")</a:t>
            </a:r>
          </a:p>
          <a:p>
            <a:pPr>
              <a:buNone/>
            </a:pP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=1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while(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&lt;=n-2):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n3=n1+n2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print(n3,end=" ")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n1=n2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n2=n3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=i+1</a:t>
            </a:r>
          </a:p>
          <a:p>
            <a:pPr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DA409DC-5501-4C05-9BFD-E07A34A4F350}"/>
              </a:ext>
            </a:extLst>
          </p:cNvPr>
          <p:cNvSpPr txBox="1"/>
          <p:nvPr/>
        </p:nvSpPr>
        <p:spPr>
          <a:xfrm>
            <a:off x="792029" y="184769"/>
            <a:ext cx="8273593" cy="56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5529"/>
            <a:r>
              <a:rPr lang="en-IN" sz="3048" dirty="0" smtClean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Traverse The Chars Of A String Using For loop</a:t>
            </a:r>
            <a:endParaRPr lang="en-US" sz="3048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433DE6A-676D-4A43-93E4-7E24ADE8C63A}"/>
              </a:ext>
            </a:extLst>
          </p:cNvPr>
          <p:cNvSpPr txBox="1">
            <a:spLocks/>
          </p:cNvSpPr>
          <p:nvPr/>
        </p:nvSpPr>
        <p:spPr>
          <a:xfrm>
            <a:off x="796835" y="750227"/>
            <a:ext cx="11168742" cy="4958238"/>
          </a:xfrm>
          <a:prstGeom prst="rect">
            <a:avLst/>
          </a:prstGeom>
        </p:spPr>
        <p:txBody>
          <a:bodyPr/>
          <a:lstStyle>
            <a:lvl1pPr marL="239961" indent="-239961" algn="l" defTabSz="959846" rtl="0" eaLnBrk="1" latinLnBrk="0" hangingPunct="1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  <a:defRPr sz="2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88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9807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0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79730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9653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39576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19498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99421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9344" indent="-239961" algn="l" defTabSz="959846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8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#WAP to traverse the chars of given string using for loop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import time 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string="SOFTPRO"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c in string: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c,end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="")</a:t>
            </a:r>
          </a:p>
          <a:p>
            <a:pPr>
              <a:buNone/>
            </a:pP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err="1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(0.5)</a:t>
            </a:r>
          </a:p>
          <a:p>
            <a:pPr>
              <a:buNone/>
            </a:pPr>
            <a:endParaRPr lang="en-US" sz="2000" dirty="0" smtClean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428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913</Words>
  <Application>Microsoft Office PowerPoint</Application>
  <PresentationFormat>Custom</PresentationFormat>
  <Paragraphs>158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Abhishek Katiyar</dc:creator>
  <cp:lastModifiedBy>Brijesh</cp:lastModifiedBy>
  <cp:revision>61</cp:revision>
  <dcterms:created xsi:type="dcterms:W3CDTF">2020-05-05T05:45:34Z</dcterms:created>
  <dcterms:modified xsi:type="dcterms:W3CDTF">2020-05-28T09:48:19Z</dcterms:modified>
</cp:coreProperties>
</file>