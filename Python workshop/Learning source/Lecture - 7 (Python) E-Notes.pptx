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5" indent="0" algn="ctr">
              <a:buNone/>
              <a:defRPr sz="2000"/>
            </a:lvl2pPr>
            <a:lvl3pPr marL="914349" indent="0" algn="ctr">
              <a:buNone/>
              <a:defRPr sz="1799"/>
            </a:lvl3pPr>
            <a:lvl4pPr marL="1371524" indent="0" algn="ctr">
              <a:buNone/>
              <a:defRPr sz="1600"/>
            </a:lvl4pPr>
            <a:lvl5pPr marL="1828698" indent="0" algn="ctr">
              <a:buNone/>
              <a:defRPr sz="1600"/>
            </a:lvl5pPr>
            <a:lvl6pPr marL="2285872" indent="0" algn="ctr">
              <a:buNone/>
              <a:defRPr sz="1600"/>
            </a:lvl6pPr>
            <a:lvl7pPr marL="2743047" indent="0" algn="ctr">
              <a:buNone/>
              <a:defRPr sz="1600"/>
            </a:lvl7pPr>
            <a:lvl8pPr marL="3200222" indent="0" algn="ctr">
              <a:buNone/>
              <a:defRPr sz="1600"/>
            </a:lvl8pPr>
            <a:lvl9pPr marL="365739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953F0-3884-4236-8305-9D4F8DC6E073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7597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4174-7D6A-423D-8E5D-7F77F3AD881B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5472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49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5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4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331E3-52E6-4E7A-80A6-AE4A8399F357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1852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6FF6-3418-4733-A340-3BB08665B625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36900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5" indent="0">
              <a:buNone/>
              <a:defRPr sz="2000" b="1"/>
            </a:lvl2pPr>
            <a:lvl3pPr marL="914349" indent="0">
              <a:buNone/>
              <a:defRPr sz="1799" b="1"/>
            </a:lvl3pPr>
            <a:lvl4pPr marL="1371524" indent="0">
              <a:buNone/>
              <a:defRPr sz="1600" b="1"/>
            </a:lvl4pPr>
            <a:lvl5pPr marL="1828698" indent="0">
              <a:buNone/>
              <a:defRPr sz="1600" b="1"/>
            </a:lvl5pPr>
            <a:lvl6pPr marL="2285872" indent="0">
              <a:buNone/>
              <a:defRPr sz="1600" b="1"/>
            </a:lvl6pPr>
            <a:lvl7pPr marL="2743047" indent="0">
              <a:buNone/>
              <a:defRPr sz="1600" b="1"/>
            </a:lvl7pPr>
            <a:lvl8pPr marL="3200222" indent="0">
              <a:buNone/>
              <a:defRPr sz="1600" b="1"/>
            </a:lvl8pPr>
            <a:lvl9pPr marL="36573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5" indent="0">
              <a:buNone/>
              <a:defRPr sz="2000" b="1"/>
            </a:lvl2pPr>
            <a:lvl3pPr marL="914349" indent="0">
              <a:buNone/>
              <a:defRPr sz="1799" b="1"/>
            </a:lvl3pPr>
            <a:lvl4pPr marL="1371524" indent="0">
              <a:buNone/>
              <a:defRPr sz="1600" b="1"/>
            </a:lvl4pPr>
            <a:lvl5pPr marL="1828698" indent="0">
              <a:buNone/>
              <a:defRPr sz="1600" b="1"/>
            </a:lvl5pPr>
            <a:lvl6pPr marL="2285872" indent="0">
              <a:buNone/>
              <a:defRPr sz="1600" b="1"/>
            </a:lvl6pPr>
            <a:lvl7pPr marL="2743047" indent="0">
              <a:buNone/>
              <a:defRPr sz="1600" b="1"/>
            </a:lvl7pPr>
            <a:lvl8pPr marL="3200222" indent="0">
              <a:buNone/>
              <a:defRPr sz="1600" b="1"/>
            </a:lvl8pPr>
            <a:lvl9pPr marL="36573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CD58-AE08-4800-85C6-0F05F355CC6A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0441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1AF9B-BE91-4958-AF07-AE10468439B0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212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262C7-997C-411B-B69A-FBE5E87A4AB7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3707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5" indent="0">
              <a:buNone/>
              <a:defRPr sz="1400"/>
            </a:lvl2pPr>
            <a:lvl3pPr marL="914349" indent="0">
              <a:buNone/>
              <a:defRPr sz="1200"/>
            </a:lvl3pPr>
            <a:lvl4pPr marL="1371524" indent="0">
              <a:buNone/>
              <a:defRPr sz="1000"/>
            </a:lvl4pPr>
            <a:lvl5pPr marL="1828698" indent="0">
              <a:buNone/>
              <a:defRPr sz="1000"/>
            </a:lvl5pPr>
            <a:lvl6pPr marL="2285872" indent="0">
              <a:buNone/>
              <a:defRPr sz="1000"/>
            </a:lvl6pPr>
            <a:lvl7pPr marL="2743047" indent="0">
              <a:buNone/>
              <a:defRPr sz="1000"/>
            </a:lvl7pPr>
            <a:lvl8pPr marL="3200222" indent="0">
              <a:buNone/>
              <a:defRPr sz="1000"/>
            </a:lvl8pPr>
            <a:lvl9pPr marL="36573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5057-9CC0-42D5-8A7D-63A01E62D30A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6272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75" indent="0">
              <a:buNone/>
              <a:defRPr sz="2800"/>
            </a:lvl2pPr>
            <a:lvl3pPr marL="914349" indent="0">
              <a:buNone/>
              <a:defRPr sz="2400"/>
            </a:lvl3pPr>
            <a:lvl4pPr marL="1371524" indent="0">
              <a:buNone/>
              <a:defRPr sz="2000"/>
            </a:lvl4pPr>
            <a:lvl5pPr marL="1828698" indent="0">
              <a:buNone/>
              <a:defRPr sz="2000"/>
            </a:lvl5pPr>
            <a:lvl6pPr marL="2285872" indent="0">
              <a:buNone/>
              <a:defRPr sz="2000"/>
            </a:lvl6pPr>
            <a:lvl7pPr marL="2743047" indent="0">
              <a:buNone/>
              <a:defRPr sz="2000"/>
            </a:lvl7pPr>
            <a:lvl8pPr marL="3200222" indent="0">
              <a:buNone/>
              <a:defRPr sz="2000"/>
            </a:lvl8pPr>
            <a:lvl9pPr marL="365739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5" indent="0">
              <a:buNone/>
              <a:defRPr sz="1400"/>
            </a:lvl2pPr>
            <a:lvl3pPr marL="914349" indent="0">
              <a:buNone/>
              <a:defRPr sz="1200"/>
            </a:lvl3pPr>
            <a:lvl4pPr marL="1371524" indent="0">
              <a:buNone/>
              <a:defRPr sz="1000"/>
            </a:lvl4pPr>
            <a:lvl5pPr marL="1828698" indent="0">
              <a:buNone/>
              <a:defRPr sz="1000"/>
            </a:lvl5pPr>
            <a:lvl6pPr marL="2285872" indent="0">
              <a:buNone/>
              <a:defRPr sz="1000"/>
            </a:lvl6pPr>
            <a:lvl7pPr marL="2743047" indent="0">
              <a:buNone/>
              <a:defRPr sz="1000"/>
            </a:lvl7pPr>
            <a:lvl8pPr marL="3200222" indent="0">
              <a:buNone/>
              <a:defRPr sz="1000"/>
            </a:lvl8pPr>
            <a:lvl9pPr marL="36573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7804-A9CD-4E0B-B53C-F8A91D62D01E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734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9C4BB-3F45-457E-BD9C-F1CFFFD39305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8976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7ED-E135-40B2-A35F-7FEB4A72DD54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6431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1FEC0-C8EA-46E9-BDBA-AE52A9AE7229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8003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34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7" indent="-228587" algn="l" defTabSz="9143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1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36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1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285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460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4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8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3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75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49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4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7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2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6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B18A886-7ABB-490B-8433-4A09BA0EF7E5}"/>
              </a:ext>
            </a:extLst>
          </p:cNvPr>
          <p:cNvSpPr txBox="1"/>
          <p:nvPr/>
        </p:nvSpPr>
        <p:spPr>
          <a:xfrm>
            <a:off x="1308762" y="3521359"/>
            <a:ext cx="102203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– 7</a:t>
            </a:r>
          </a:p>
          <a:p>
            <a:pPr algn="ctr"/>
            <a:r>
              <a:rPr lang="en-IN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Polymorphism &amp; Exception Handling</a:t>
            </a:r>
            <a:endParaRPr lang="en-I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61705AE-7D23-4B60-9E36-95DCB650E565}"/>
              </a:ext>
            </a:extLst>
          </p:cNvPr>
          <p:cNvSpPr/>
          <p:nvPr/>
        </p:nvSpPr>
        <p:spPr>
          <a:xfrm>
            <a:off x="2330373" y="913648"/>
            <a:ext cx="80725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4800" b="1" dirty="0" smtClean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On Python</a:t>
            </a:r>
            <a:endParaRPr lang="en-IN" sz="4800" b="1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AEBF3C6A-13CC-437D-B871-53EC05954E11}"/>
              </a:ext>
            </a:extLst>
          </p:cNvPr>
          <p:cNvSpPr/>
          <p:nvPr/>
        </p:nvSpPr>
        <p:spPr>
          <a:xfrm>
            <a:off x="2941983" y="2981739"/>
            <a:ext cx="6732104" cy="206733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5432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Polymorphism In Python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Poly means many and morphs means forms.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Forms mean functionalities or logics.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concept of defining multiple logics to perform some operation is known as a polymorphism.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Polymorphism can be implemented in python by using method overriding.</a:t>
            </a:r>
          </a:p>
          <a:p>
            <a:pPr lvl="0">
              <a:lnSpc>
                <a:spcPct val="15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Note:-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Python does not support method overloading</a:t>
            </a:r>
            <a:r>
              <a:rPr lang="en-US" sz="2000" dirty="0" smtClean="0"/>
              <a:t>.</a:t>
            </a:r>
          </a:p>
          <a:p>
            <a:pPr lvl="0">
              <a:lnSpc>
                <a:spcPct val="15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Overriding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concept of defining multiple methods with the same name with the same no. of parameters, one is in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Super class and another in subclass is known as method overriding.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Example Application:-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parent: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def </a:t>
            </a:r>
            <a:r>
              <a:rPr lang="en-US" sz="16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myMethod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(self):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print('Calling parent method‘)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child(parent):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def </a:t>
            </a:r>
            <a:r>
              <a:rPr lang="en-US" sz="16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myMethod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(self):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print('Calling child method‘)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c=child()</a:t>
            </a:r>
          </a:p>
          <a:p>
            <a:pPr>
              <a:buNone/>
            </a:pPr>
            <a:r>
              <a:rPr lang="en-US" sz="16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c.myMethod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p=parent()</a:t>
            </a:r>
          </a:p>
          <a:p>
            <a:pPr>
              <a:buNone/>
            </a:pPr>
            <a:r>
              <a:rPr lang="en-US" sz="16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p.myMethod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15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- 1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 super():- when method overriding.</a:t>
            </a:r>
          </a:p>
          <a:p>
            <a:pPr>
              <a:lnSpc>
                <a:spcPct val="100000"/>
              </a:lnSpc>
              <a:buNone/>
            </a:pP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parent(object):</a:t>
            </a:r>
          </a:p>
          <a:p>
            <a:pPr>
              <a:lnSpc>
                <a:spcPct val="100000"/>
              </a:lnSpc>
              <a:buNone/>
            </a:pP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def altered(self):</a:t>
            </a:r>
          </a:p>
          <a:p>
            <a:pPr>
              <a:lnSpc>
                <a:spcPct val="100000"/>
              </a:lnSpc>
              <a:buNone/>
            </a:pP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print('parent altered')</a:t>
            </a:r>
          </a:p>
          <a:p>
            <a:pPr>
              <a:lnSpc>
                <a:spcPct val="100000"/>
              </a:lnSpc>
              <a:buNone/>
            </a:pP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child(parent):</a:t>
            </a:r>
          </a:p>
          <a:p>
            <a:pPr>
              <a:lnSpc>
                <a:spcPct val="100000"/>
              </a:lnSpc>
              <a:buNone/>
            </a:pP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def altered(self):</a:t>
            </a:r>
          </a:p>
          <a:p>
            <a:pPr>
              <a:lnSpc>
                <a:spcPct val="100000"/>
              </a:lnSpc>
              <a:buNone/>
            </a:pP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print('child before parent altered')</a:t>
            </a:r>
          </a:p>
          <a:p>
            <a:pPr>
              <a:lnSpc>
                <a:spcPct val="100000"/>
              </a:lnSpc>
              <a:buNone/>
            </a:pP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super(</a:t>
            </a:r>
            <a:r>
              <a:rPr lang="en-US" sz="17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child,self</a:t>
            </a: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).altered()</a:t>
            </a:r>
          </a:p>
          <a:p>
            <a:pPr>
              <a:lnSpc>
                <a:spcPct val="100000"/>
              </a:lnSpc>
              <a:buNone/>
            </a:pP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print('child after parent altered')</a:t>
            </a:r>
          </a:p>
          <a:p>
            <a:pPr>
              <a:lnSpc>
                <a:spcPct val="100000"/>
              </a:lnSpc>
              <a:buNone/>
            </a:pP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dad=parent()</a:t>
            </a:r>
          </a:p>
          <a:p>
            <a:pPr>
              <a:lnSpc>
                <a:spcPct val="100000"/>
              </a:lnSpc>
              <a:buNone/>
            </a:pP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son=child()</a:t>
            </a:r>
          </a:p>
          <a:p>
            <a:pPr>
              <a:lnSpc>
                <a:spcPct val="100000"/>
              </a:lnSpc>
              <a:buNone/>
            </a:pPr>
            <a:r>
              <a:rPr lang="en-US" sz="17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dad.altered</a:t>
            </a: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100000"/>
              </a:lnSpc>
              <a:buNone/>
            </a:pPr>
            <a:r>
              <a:rPr lang="en-US" sz="17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son.altered</a:t>
            </a: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lvl="0">
              <a:lnSpc>
                <a:spcPct val="15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What is Exception?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dictionary meaning of exception is abnormal termination. When the exception is occurred the program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terminated immediately and the rest of code is not executed. So this type runtime error is called exception.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Exception Handling:-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Exception handling is a mechanism to identify the exception and provide the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alternative code to make normal flow of python program. For exception handling in python you can use try,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except and finally keywords.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of Exception Handling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750229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To handle the exception in Python follow the given syntax:-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ry: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 Write the code which you want to protect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xcept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ExceptionType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 Code which you want to use in exception handling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inally:	#Optional Block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 Code which you want to execute always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Note:-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a single try block there can be multiple except blocks, because there are many types of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exceptions can raise in a single code.</a:t>
            </a:r>
            <a:endParaRPr lang="en-US" sz="2000" b="1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- 2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802480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#Develop a program in python to find division of two numbers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try: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x=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first no : "))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y=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second no : "))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z=x/y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print("Result=",z)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except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ValueError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print("Enter numbers only")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except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ZeroDivisionError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print("Are you trying to / by zero?")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finally: #Optional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print("Bye...Bye...")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– 2 (cont..)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724102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None/>
            </a:pPr>
            <a:r>
              <a:rPr lang="en-US" sz="16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 1:-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first no : 10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second no : A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numbers only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Bye...Bye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 2:-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first no : 10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second no : 0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Are you trying to / by zero?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Bye...Bye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 3:-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first no : 10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second no : 5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Result= 2.0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Bye...Bye...</a:t>
            </a:r>
            <a:endParaRPr lang="en-US" sz="16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– 3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724102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796834" y="1097280"/>
            <a:ext cx="566744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 A more complicated example of exception handling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def div(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try: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result=x/y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except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ZeroDivisionError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print("Are you trying to / by zero?")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else: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print("Result=",result)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finally: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print("This is finally block")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first no : "))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second no : "))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div(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– 3 (cont..)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724102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796834" y="1097280"/>
            <a:ext cx="1099892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 1:-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first no : 10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second no : 0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Are you trying to / by zero?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is finally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block</a:t>
            </a:r>
          </a:p>
          <a:p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 2:-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first no : 10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second no : 2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Result= 5.0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is finally block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– 3 (cont..)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724102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796834" y="1097280"/>
            <a:ext cx="1099892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 1:-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first no : 10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second no : 0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Are you trying to / by zero?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is finally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block</a:t>
            </a:r>
          </a:p>
          <a:p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 2:-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first no : 10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second no : 2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Result= 5.0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is finally block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– 4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724102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718457" y="714855"/>
            <a:ext cx="10998926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#Develop a python program to open the file to perform read operation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f=None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try: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filename=input("Enter the filename to read : ")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f=open(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filename,"r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content=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f.read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print(content)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except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FileNotFoundError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print("The file doesn't exists")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finally: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if f: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f.close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print("File is closed")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691</Words>
  <Application>Microsoft Office PowerPoint</Application>
  <PresentationFormat>Custom</PresentationFormat>
  <Paragraphs>186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1_Office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Abhishek Katiyar</dc:creator>
  <cp:lastModifiedBy>Brijesh</cp:lastModifiedBy>
  <cp:revision>131</cp:revision>
  <dcterms:created xsi:type="dcterms:W3CDTF">2020-05-05T05:45:34Z</dcterms:created>
  <dcterms:modified xsi:type="dcterms:W3CDTF">2020-05-31T16:10:48Z</dcterms:modified>
</cp:coreProperties>
</file>