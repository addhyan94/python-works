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8" r:id="rId3"/>
    <p:sldId id="289" r:id="rId4"/>
    <p:sldId id="290" r:id="rId5"/>
    <p:sldId id="291" r:id="rId6"/>
    <p:sldId id="293" r:id="rId7"/>
    <p:sldId id="292" r:id="rId8"/>
    <p:sldId id="294" r:id="rId9"/>
    <p:sldId id="295" r:id="rId10"/>
    <p:sldId id="296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5" indent="0" algn="ctr">
              <a:buNone/>
              <a:defRPr sz="2000"/>
            </a:lvl2pPr>
            <a:lvl3pPr marL="914349" indent="0" algn="ctr">
              <a:buNone/>
              <a:defRPr sz="1799"/>
            </a:lvl3pPr>
            <a:lvl4pPr marL="1371524" indent="0" algn="ctr">
              <a:buNone/>
              <a:defRPr sz="1600"/>
            </a:lvl4pPr>
            <a:lvl5pPr marL="1828698" indent="0" algn="ctr">
              <a:buNone/>
              <a:defRPr sz="1600"/>
            </a:lvl5pPr>
            <a:lvl6pPr marL="2285872" indent="0" algn="ctr">
              <a:buNone/>
              <a:defRPr sz="1600"/>
            </a:lvl6pPr>
            <a:lvl7pPr marL="2743047" indent="0" algn="ctr">
              <a:buNone/>
              <a:defRPr sz="1600"/>
            </a:lvl7pPr>
            <a:lvl8pPr marL="3200222" indent="0" algn="ctr">
              <a:buNone/>
              <a:defRPr sz="1600"/>
            </a:lvl8pPr>
            <a:lvl9pPr marL="36573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53F0-3884-4236-8305-9D4F8DC6E073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7597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4174-7D6A-423D-8E5D-7F77F3AD881B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547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331E3-52E6-4E7A-80A6-AE4A8399F357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852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6FF6-3418-4733-A340-3BB08665B625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3690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CD58-AE08-4800-85C6-0F05F355CC6A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44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1AF9B-BE91-4958-AF07-AE10468439B0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212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62C7-997C-411B-B69A-FBE5E87A4AB7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3707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5057-9CC0-42D5-8A7D-63A01E62D30A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272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5" indent="0">
              <a:buNone/>
              <a:defRPr sz="2800"/>
            </a:lvl2pPr>
            <a:lvl3pPr marL="914349" indent="0">
              <a:buNone/>
              <a:defRPr sz="2400"/>
            </a:lvl3pPr>
            <a:lvl4pPr marL="1371524" indent="0">
              <a:buNone/>
              <a:defRPr sz="2000"/>
            </a:lvl4pPr>
            <a:lvl5pPr marL="1828698" indent="0">
              <a:buNone/>
              <a:defRPr sz="2000"/>
            </a:lvl5pPr>
            <a:lvl6pPr marL="2285872" indent="0">
              <a:buNone/>
              <a:defRPr sz="2000"/>
            </a:lvl6pPr>
            <a:lvl7pPr marL="2743047" indent="0">
              <a:buNone/>
              <a:defRPr sz="2000"/>
            </a:lvl7pPr>
            <a:lvl8pPr marL="3200222" indent="0">
              <a:buNone/>
              <a:defRPr sz="2000"/>
            </a:lvl8pPr>
            <a:lvl9pPr marL="365739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7804-A9CD-4E0B-B53C-F8A91D62D01E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73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C4BB-3F45-457E-BD9C-F1CFFFD39305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897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7ED-E135-40B2-A35F-7FEB4A72DD54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43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1FEC0-C8EA-46E9-BDBA-AE52A9AE7229}" type="datetime1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003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7" indent="-228587" algn="l" defTabSz="9143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6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5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0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4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8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3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5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4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7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6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B18A886-7ABB-490B-8433-4A09BA0EF7E5}"/>
              </a:ext>
            </a:extLst>
          </p:cNvPr>
          <p:cNvSpPr txBox="1"/>
          <p:nvPr/>
        </p:nvSpPr>
        <p:spPr>
          <a:xfrm>
            <a:off x="1308762" y="3521359"/>
            <a:ext cx="102203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– </a:t>
            </a:r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3200" b="1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Manipulation In Python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61705AE-7D23-4B60-9E36-95DCB650E565}"/>
              </a:ext>
            </a:extLst>
          </p:cNvPr>
          <p:cNvSpPr/>
          <p:nvPr/>
        </p:nvSpPr>
        <p:spPr>
          <a:xfrm>
            <a:off x="2330373" y="913648"/>
            <a:ext cx="8072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4800" b="1" dirty="0" smtClean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On Python</a:t>
            </a:r>
            <a:endParaRPr lang="en-IN" sz="4800" b="1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="" xmlns:a16="http://schemas.microsoft.com/office/drawing/2014/main" id="{AEBF3C6A-13CC-437D-B871-53EC05954E11}"/>
              </a:ext>
            </a:extLst>
          </p:cNvPr>
          <p:cNvSpPr/>
          <p:nvPr/>
        </p:nvSpPr>
        <p:spPr>
          <a:xfrm>
            <a:off x="2941983" y="2981739"/>
            <a:ext cx="6732104" cy="206733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43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String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 is a sequence of characters. This is a widely used data type in projects.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has several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built-in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functions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associated with the 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 data type.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These functions let us easily modify and manipulate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strings.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can think of functions as being actions that we perform on elements of our code. Built-in functions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are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those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are defined in the Python programming language and are readily available for us to use.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dirty="0" smtClean="0"/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String Upper And Lower Case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functions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str.upper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 and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str.lower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 will return a string with all the letters of an original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converted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 upper- or lower-case letters. Because strings are immutable data types, the returned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will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be a new string. Any characters in the string that are not letters will not be changed.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Example:-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=“Softpro India”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ss.upper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O/P:-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SOFTPRO INDIA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- 1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 a program in python to take a string as input now display string in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upper case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lowercase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also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length of string.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=input("Enter a string : ")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print("String in upper case : 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st.upper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print("String in lower case : 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st.lower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print("The length of string : ",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)) #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 method find the length of string</a:t>
            </a:r>
          </a:p>
          <a:p>
            <a:pPr lvl="0">
              <a:lnSpc>
                <a:spcPct val="150000"/>
              </a:lnSpc>
              <a:buNone/>
            </a:pP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Methods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has some string methods that will evaluate to a 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Boolean value.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These methods are useful when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we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creating forms for users to fill in, for example. If we are asking for a post code we will only want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accept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 numeric string, but when we are asking for a name, we will only want to accept an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alphabetic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892" y="2765924"/>
          <a:ext cx="11155680" cy="3856698"/>
        </p:xfrm>
        <a:graphic>
          <a:graphicData uri="http://schemas.openxmlformats.org/drawingml/2006/table">
            <a:tbl>
              <a:tblPr/>
              <a:tblGrid>
                <a:gridCol w="1980300"/>
                <a:gridCol w="9175380"/>
              </a:tblGrid>
              <a:tr h="35429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True 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05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str.isalnum()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 consists of only alphanumeric characters (no symbols)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05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str.isalpha()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 consists of only alphabetic characters (no symbols)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6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str.islower()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String’s alphabetic characters are all lower case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6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str.isnumeric()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 consists of only numeric characters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6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str.isspace()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 consists of only whitespace characters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6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str.istitle()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 is in title case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6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str.isupper()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String’s alphabetic characters are all upper case</a:t>
                      </a:r>
                    </a:p>
                  </a:txBody>
                  <a:tcPr marL="123825" marR="123825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9253307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Example Applications Of Boolean Methods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3226526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None/>
            </a:pPr>
            <a:r>
              <a:rPr lang="en-US" sz="2000" u="sng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 1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 "5"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letters = "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abcdef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number.isnumeric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letters.isnumeric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pPr marL="342900" lvl="0" indent="-342900">
              <a:buNone/>
            </a:pPr>
            <a:r>
              <a:rPr lang="en-US" sz="2000" u="sng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Output:-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True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False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4841966" y="876503"/>
            <a:ext cx="7136674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None/>
            </a:pPr>
            <a:r>
              <a:rPr lang="en-US" sz="2000" u="sng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Example 2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movie = "2001: A SAMMY ODYSSEY"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book = "A Thousand Splendid Sharks"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poem = "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sammy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lived in a pretty how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town“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movie.islower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 #False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movie.isupper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 #True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book.istitle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 #True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book.isupper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 #False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poem.istitle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 #False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poem.islower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()) #True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oin(), split(), and replace() Methods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str.join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(),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str.split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(), and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str.replace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 methods are a few additional ways to manipulate strings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str.join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 method will concatenate two strings, but in a way that passes one string through another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str.split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 method returns a list of strings that are separated by whitespace if no other parameter is given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str.replace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() method can take an original string and return an updated string with some replacement.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- 2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90698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program in python to check given string is palindrome or not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string=input("Enter a string : ")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reverse_string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="".join(reversed(string))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reverse_string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string==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reverse_string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print("String is palindrome")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print("String is non-palindrome").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- 3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750227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 a program in python to take user full name as input and display short name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Input: Ajay Kumar Singh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A.K.Singh</a:t>
            </a:r>
            <a:endParaRPr lang="en-US" sz="2000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name=input("Enter your full name :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shortname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name.split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("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print("Your short name :",end="")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n in range(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shortname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)-1):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shortname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[n][0]+".",end="")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shortname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shortname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)-1])</a:t>
            </a: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- 4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79268" y="580408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 a program in python to take a sentence now search a word in sentence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replace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that word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another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word.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sentence=input("Enter a sentence :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fw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=input("Find what?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rw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=input("Replace with : ")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print("Modified sentence : "+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sentence.replace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fw,rw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 marL="342900" lvl="0" indent="-342900"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O/P:-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a sentence : India is a great country.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 what? great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Replace with : best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Modified sentence : India is a best country.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7372256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- 5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653143" y="671848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 a program in python to take a decimal no. as input and display its 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binary, octal 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hexa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-decimal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equivalent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"""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n=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a number : 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print("Binary format : "+bin(n).replace("0b",""))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print("Octal format : "+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oct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(n).replace("0o",""))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</a:t>
            </a:r>
            <a:r>
              <a:rPr lang="en-US" sz="1800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Hexa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-decimal format : "+hex(n).replace("0x</a:t>
            </a:r>
            <a:r>
              <a:rPr lang="en-US" sz="1800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",""))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Output:-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a number : 10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Binary format : 1010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Octal format : 12</a:t>
            </a:r>
          </a:p>
          <a:p>
            <a:pPr lvl="0">
              <a:lnSpc>
                <a:spcPct val="100000"/>
              </a:lnSpc>
              <a:buNone/>
            </a:pPr>
            <a:r>
              <a:rPr lang="en-US" sz="18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Hexa</a:t>
            </a:r>
            <a:r>
              <a:rPr lang="en-US" sz="18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-decimal format : a</a:t>
            </a:r>
            <a:endParaRPr lang="en-US" sz="18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590</Words>
  <Application>Microsoft Office PowerPoint</Application>
  <PresentationFormat>Custom</PresentationFormat>
  <Paragraphs>144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Katiyar</dc:creator>
  <cp:lastModifiedBy>Brijesh</cp:lastModifiedBy>
  <cp:revision>151</cp:revision>
  <dcterms:created xsi:type="dcterms:W3CDTF">2020-05-05T05:45:34Z</dcterms:created>
  <dcterms:modified xsi:type="dcterms:W3CDTF">2020-05-31T19:12:22Z</dcterms:modified>
</cp:coreProperties>
</file>