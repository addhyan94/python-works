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5" indent="0" algn="ctr">
              <a:buNone/>
              <a:defRPr sz="2000"/>
            </a:lvl2pPr>
            <a:lvl3pPr marL="914349" indent="0" algn="ctr">
              <a:buNone/>
              <a:defRPr sz="1799"/>
            </a:lvl3pPr>
            <a:lvl4pPr marL="1371524" indent="0" algn="ctr">
              <a:buNone/>
              <a:defRPr sz="1600"/>
            </a:lvl4pPr>
            <a:lvl5pPr marL="1828698" indent="0" algn="ctr">
              <a:buNone/>
              <a:defRPr sz="1600"/>
            </a:lvl5pPr>
            <a:lvl6pPr marL="2285872" indent="0" algn="ctr">
              <a:buNone/>
              <a:defRPr sz="1600"/>
            </a:lvl6pPr>
            <a:lvl7pPr marL="2743047" indent="0" algn="ctr">
              <a:buNone/>
              <a:defRPr sz="1600"/>
            </a:lvl7pPr>
            <a:lvl8pPr marL="3200222" indent="0" algn="ctr">
              <a:buNone/>
              <a:defRPr sz="1600"/>
            </a:lvl8pPr>
            <a:lvl9pPr marL="36573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53F0-3884-4236-8305-9D4F8DC6E073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7597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4174-7D6A-423D-8E5D-7F77F3AD881B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547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331E3-52E6-4E7A-80A6-AE4A8399F357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852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6FF6-3418-4733-A340-3BB08665B625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3690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CD58-AE08-4800-85C6-0F05F355CC6A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44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1AF9B-BE91-4958-AF07-AE10468439B0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212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62C7-997C-411B-B69A-FBE5E87A4AB7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3707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5057-9CC0-42D5-8A7D-63A01E62D30A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272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5" indent="0">
              <a:buNone/>
              <a:defRPr sz="2800"/>
            </a:lvl2pPr>
            <a:lvl3pPr marL="914349" indent="0">
              <a:buNone/>
              <a:defRPr sz="2400"/>
            </a:lvl3pPr>
            <a:lvl4pPr marL="1371524" indent="0">
              <a:buNone/>
              <a:defRPr sz="2000"/>
            </a:lvl4pPr>
            <a:lvl5pPr marL="1828698" indent="0">
              <a:buNone/>
              <a:defRPr sz="2000"/>
            </a:lvl5pPr>
            <a:lvl6pPr marL="2285872" indent="0">
              <a:buNone/>
              <a:defRPr sz="2000"/>
            </a:lvl6pPr>
            <a:lvl7pPr marL="2743047" indent="0">
              <a:buNone/>
              <a:defRPr sz="2000"/>
            </a:lvl7pPr>
            <a:lvl8pPr marL="3200222" indent="0">
              <a:buNone/>
              <a:defRPr sz="2000"/>
            </a:lvl8pPr>
            <a:lvl9pPr marL="365739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7804-A9CD-4E0B-B53C-F8A91D62D01E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73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C4BB-3F45-457E-BD9C-F1CFFFD39305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897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7ED-E135-40B2-A35F-7FEB4A72DD54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43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1FEC0-C8EA-46E9-BDBA-AE52A9AE7229}" type="datetime1">
              <a:rPr lang="en-US" smtClean="0"/>
              <a:pPr/>
              <a:t>6/2/2020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003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7" indent="-228587" algn="l" defTabSz="9143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6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5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0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4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8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3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5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4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7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6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B18A886-7ABB-490B-8433-4A09BA0EF7E5}"/>
              </a:ext>
            </a:extLst>
          </p:cNvPr>
          <p:cNvSpPr txBox="1"/>
          <p:nvPr/>
        </p:nvSpPr>
        <p:spPr>
          <a:xfrm>
            <a:off x="1308762" y="3521359"/>
            <a:ext cx="10220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– 9</a:t>
            </a:r>
          </a:p>
          <a:p>
            <a:pPr algn="ctr"/>
            <a:r>
              <a:rPr lang="en-IN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In Python</a:t>
            </a:r>
            <a:endParaRPr lang="en-IN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61705AE-7D23-4B60-9E36-95DCB650E565}"/>
              </a:ext>
            </a:extLst>
          </p:cNvPr>
          <p:cNvSpPr/>
          <p:nvPr/>
        </p:nvSpPr>
        <p:spPr>
          <a:xfrm>
            <a:off x="2330373" y="913648"/>
            <a:ext cx="8072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4800" b="1" dirty="0" smtClean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On Python</a:t>
            </a:r>
            <a:endParaRPr lang="en-IN" sz="4800" b="1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="" xmlns:a16="http://schemas.microsoft.com/office/drawing/2014/main" id="{AEBF3C6A-13CC-437D-B871-53EC05954E11}"/>
              </a:ext>
            </a:extLst>
          </p:cNvPr>
          <p:cNvSpPr/>
          <p:nvPr/>
        </p:nvSpPr>
        <p:spPr>
          <a:xfrm>
            <a:off x="2941983" y="2981739"/>
            <a:ext cx="6732104" cy="206733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43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File Handling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 Python, there is no need for importing external library to read and write files. Python provides an inbuilt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 for creating, writing, and reading files.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 this lecture, we will learn:-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How to Open a Text File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How to Create a Text File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How to Append Data to a File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How to Read a File</a:t>
            </a: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open a text file?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 open a file, you need to use the built-in open function. The open function returns a file object that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contains methods and attributes to perform various operations on the file.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file_object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open("filename", "mode") 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Here,</a:t>
            </a: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filename: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gives name of the file that the file object has opened.</a:t>
            </a: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mode: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attribute of a file object tells you which mode a file was opened in.</a:t>
            </a: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Modes in Python.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7646" y="1226967"/>
          <a:ext cx="10972799" cy="46068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35"/>
                <a:gridCol w="9652364"/>
              </a:tblGrid>
              <a:tr h="38693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23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'r'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This is the default mode. It Opens file for reading.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83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'w'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This Mode Opens file for </a:t>
                      </a:r>
                      <a:r>
                        <a:rPr lang="en-US" sz="20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writing. If </a:t>
                      </a:r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file does not exist, it creates a new </a:t>
                      </a:r>
                      <a:r>
                        <a:rPr lang="en-US" sz="20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file. If </a:t>
                      </a:r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file exists it truncates the file.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23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'x'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Creates a new file. If file already exists, the operation fails.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415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Open file in append </a:t>
                      </a:r>
                      <a:r>
                        <a:rPr lang="en-US" sz="20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mode. If </a:t>
                      </a:r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file does not exist, it creates a new file.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23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't'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This is the default mode. It opens in text mode.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93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'b'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This opens in binary mode.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23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'+'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This will open a file for reading and writing (updating)</a:t>
                      </a:r>
                    </a:p>
                  </a:txBody>
                  <a:tcPr marL="70216" marR="70216" marT="70216" marB="702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text file?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8937" y="819834"/>
            <a:ext cx="1109907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 Python you can create a .txt files (emp.txt) by using the code, we have demonstrated here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Step- 1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 open(“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emp.txt","w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+")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We declared the variable f to open a file named emp.txt. Open takes 2 arguments, the file that we want to open and a string that represents the kinds of permission or operation we want to do on the file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Here, we used "w" letter in our argument, which indicates write and will create a file if it does not exist in library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Plus sign indicates both read and write.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-2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in range(10): 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f.write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("This is line %d\r\n" % (i+1))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We have a for loop that runs over a range of 10 numbers.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Using the 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write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function to enter data into the file.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output we want to iterate in the file is "this is line number", which we declare with write function and then percent d (displays integer)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So basically we are putting in the line number that we are writing, then putting it in a carriage return and a new line character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– 3</a:t>
            </a:r>
          </a:p>
          <a:p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will close the instance of the file emp.txt stored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- 1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8937" y="1185594"/>
            <a:ext cx="110990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program in python to perform write operation into the file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f=open("emp1.txt","w")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empid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Employee Id : "))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empname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=input("Enter Employee Name : ")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salary=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Employee Salary : "))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f.write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("Employee Id: "+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empid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)+"\n"+"Employee Name: "+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empname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+"\n"+"Employee Salary: "+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(salary)+"\n")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print("Information is saved")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append data to a file?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8937" y="819834"/>
            <a:ext cx="11099074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You can also append/add a new text to the already existing file or a new file.</a:t>
            </a:r>
          </a:p>
          <a:p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-1 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f=open(“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emp.txt”,”a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+”)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Once again if you could see a plus sign in the code, it indicates that it will create a new file if it does not exist. But in our case we already have the file, so we are not required to create a new file.</a:t>
            </a:r>
          </a:p>
          <a:p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– 2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in range(2): 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f.write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("Appended line %d\r\n" % (i+1))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will write data into the file in append mode.</a:t>
            </a:r>
          </a:p>
          <a:p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– 3</a:t>
            </a:r>
          </a:p>
          <a:p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will close the instance of the file emp.txt stored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- 2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1999" y="1290097"/>
            <a:ext cx="1109907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program in python to perform append operation into the file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f=open("emp1.txt","a")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empid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Employee Id : "))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empname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=input("Enter Employee Name : ")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salary=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Employee Salary : "))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f.write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("Employee Id: "+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empid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)+"\n"+"Employee Name: "+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empname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+"\n"+"Employee Salary: "+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(salary)+"\n")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print("Information is saved")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read a file?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3622" y="636954"/>
            <a:ext cx="11099074" cy="7666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You can read a file in Python by calling .txt file in a "read mode"(r).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-1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Open the file in Read mode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f=open(“emp.txt", "r")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- 2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We use the mode function in the code to check that the file is in open mode. If yes, we proceed ahead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f.mode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== 'r':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- 3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f.read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to read file data and store it in variable content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contents 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f.read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 - 4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 contents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- 3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3622" y="636954"/>
            <a:ext cx="1109907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program in python to perform read operation from file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f=None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try: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filename=input("Enter filename to be open : ")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f=open(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filename,"r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contents=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f.read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print(contents)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FileNotFoundError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print("File doesn't exists")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finally: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if f: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742</Words>
  <Application>Microsoft Office PowerPoint</Application>
  <PresentationFormat>Custom</PresentationFormat>
  <Paragraphs>132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Katiyar</dc:creator>
  <cp:lastModifiedBy>Brijesh</cp:lastModifiedBy>
  <cp:revision>180</cp:revision>
  <dcterms:created xsi:type="dcterms:W3CDTF">2020-05-05T05:45:34Z</dcterms:created>
  <dcterms:modified xsi:type="dcterms:W3CDTF">2020-06-02T06:34:11Z</dcterms:modified>
</cp:coreProperties>
</file>